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5" r:id="rId4"/>
  </p:sldMasterIdLst>
  <p:notesMasterIdLst>
    <p:notesMasterId r:id="rId20"/>
  </p:notesMasterIdLst>
  <p:handoutMasterIdLst>
    <p:handoutMasterId r:id="rId21"/>
  </p:handoutMasterIdLst>
  <p:sldIdLst>
    <p:sldId id="278" r:id="rId5"/>
    <p:sldId id="295" r:id="rId6"/>
    <p:sldId id="296" r:id="rId7"/>
    <p:sldId id="301" r:id="rId8"/>
    <p:sldId id="302" r:id="rId9"/>
    <p:sldId id="300" r:id="rId10"/>
    <p:sldId id="307" r:id="rId11"/>
    <p:sldId id="308" r:id="rId12"/>
    <p:sldId id="299" r:id="rId13"/>
    <p:sldId id="306" r:id="rId14"/>
    <p:sldId id="298" r:id="rId15"/>
    <p:sldId id="304" r:id="rId16"/>
    <p:sldId id="297" r:id="rId17"/>
    <p:sldId id="305" r:id="rId18"/>
    <p:sldId id="280" r:id="rId19"/>
  </p:sldIdLst>
  <p:sldSz cx="12192000" cy="6858000"/>
  <p:notesSz cx="6858000" cy="9144000"/>
  <p:embeddedFontLst>
    <p:embeddedFont>
      <p:font typeface="Avenir Next LT Pro" panose="020B0504020202020204" pitchFamily="34" charset="0"/>
      <p:regular r:id="rId22"/>
      <p:bold r:id="rId23"/>
      <p:italic r:id="rId24"/>
      <p:boldItalic r:id="rId25"/>
    </p:embeddedFont>
    <p:embeddedFont>
      <p:font typeface="Segoe UI Light" panose="020B0502040204020203" pitchFamily="34" charset="0"/>
      <p:regular r:id="rId26"/>
      <p:italic r:id="rId27"/>
    </p:embeddedFont>
  </p:embeddedFontLst>
  <p:custDataLst>
    <p:tags r:id="rId28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66EE0A-0580-DDC3-66A2-D63B637BC523}" name="Jiska de Ridder" initials="Jd" userId="S::Jiska@pptsolutions.nl::192712f2-a7f1-44ba-8ec8-25df3178e6f1" providerId="AD"/>
  <p188:author id="{98276A8C-DBB7-A1DF-FD96-72D4D2A6229A}" name="Quinten van Witzenburg" initials="QvW" userId="S-1-5-21-2890558824-3927818043-3374662254-1327" providerId="AD"/>
  <p188:author id="{B25505CA-7C17-A28F-AD7C-ED89CB7551F5}" name="Nicky Lybaart" initials="NL" userId="S::n.lybaart@zandbeek.com::72ffebab-abc1-47b4-b26a-aa60bdab6a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3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C7"/>
    <a:srgbClr val="E7BDFF"/>
    <a:srgbClr val="E6BEFF"/>
    <a:srgbClr val="C4C4C4"/>
    <a:srgbClr val="464250"/>
    <a:srgbClr val="373440"/>
    <a:srgbClr val="EC008C"/>
    <a:srgbClr val="FA006B"/>
    <a:srgbClr val="21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046" autoAdjust="0"/>
  </p:normalViewPr>
  <p:slideViewPr>
    <p:cSldViewPr snapToGrid="0">
      <p:cViewPr varScale="1">
        <p:scale>
          <a:sx n="96" d="100"/>
          <a:sy n="96" d="100"/>
        </p:scale>
        <p:origin x="42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6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14-1-2026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14-1-2026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Markdown</a:t>
            </a:r>
            <a:r>
              <a:rPr lang="nl-NL" dirty="0"/>
              <a:t> is geen “nieuwe Word”, maar een </a:t>
            </a:r>
            <a:r>
              <a:rPr lang="nl-NL" b="1" dirty="0"/>
              <a:t>efficiënte denkwijze voor tekststructuur</a:t>
            </a:r>
            <a:r>
              <a:rPr lang="nl-NL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2814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Markdown</a:t>
            </a:r>
            <a:r>
              <a:rPr lang="nl-NL" dirty="0"/>
              <a:t> sluit goed aan bij </a:t>
            </a:r>
            <a:r>
              <a:rPr lang="nl-NL" b="1" dirty="0"/>
              <a:t>softwarematig denken</a:t>
            </a:r>
            <a:r>
              <a:rPr lang="nl-NL" dirty="0"/>
              <a:t> en versiebeheer.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645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nl-NL" dirty="0" err="1"/>
              <a:t>Markdown</a:t>
            </a:r>
            <a:r>
              <a:rPr lang="nl-NL" dirty="0"/>
              <a:t> dwingt tot </a:t>
            </a:r>
            <a:r>
              <a:rPr lang="nl-NL" b="1" dirty="0"/>
              <a:t>helder structureren</a:t>
            </a:r>
            <a:r>
              <a:rPr lang="nl-NL" dirty="0"/>
              <a:t>, wat didactisch winst oplevert.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Lesmateriaal (opdrachten, handleidingen)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 err="1"/>
              <a:t>Rubrics</a:t>
            </a:r>
            <a:r>
              <a:rPr lang="nl-NL" dirty="0"/>
              <a:t> en beoordelingscriteria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Documentatie bij projecten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Samenwerken met studenten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Gebruik met AI (</a:t>
            </a:r>
            <a:r>
              <a:rPr lang="nl-NL" dirty="0" err="1"/>
              <a:t>ChatGPT</a:t>
            </a:r>
            <a:r>
              <a:rPr lang="nl-NL" dirty="0"/>
              <a:t>-output is vaak </a:t>
            </a:r>
            <a:r>
              <a:rPr lang="nl-NL" dirty="0" err="1"/>
              <a:t>Markdown</a:t>
            </a:r>
            <a:r>
              <a:rPr lang="nl-NL" dirty="0"/>
              <a:t>)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913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| W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12851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 err="1">
                <a:solidFill>
                  <a:schemeClr val="bg2"/>
                </a:solidFill>
                <a:latin typeface="+mj-lt"/>
              </a:rPr>
              <a:t>Titeldia</a:t>
            </a:r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 | Wit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829193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noProof="0" dirty="0"/>
              <a:t>Hier is plaats voor een titel </a:t>
            </a:r>
            <a:br>
              <a:rPr lang="nl-NL" noProof="0" dirty="0"/>
            </a:br>
            <a:r>
              <a:rPr lang="nl-NL" noProof="0" dirty="0"/>
              <a:t>van meerdere regels lang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2893264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87DAA26B-F120-AFDE-FAD5-C9D2A3B1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A4ED-F970-7C4E-83B8-62805132E5AC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07A49458-3C39-E6B8-19DE-A5CBDEC2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329" name="Vrije vorm 328">
            <a:extLst>
              <a:ext uri="{FF2B5EF4-FFF2-40B4-BE49-F238E27FC236}">
                <a16:creationId xmlns:a16="http://schemas.microsoft.com/office/drawing/2014/main" id="{BB977CCF-DC73-F881-0CAB-B35E33F584EE}"/>
              </a:ext>
            </a:extLst>
          </p:cNvPr>
          <p:cNvSpPr/>
          <p:nvPr userDrawn="1"/>
        </p:nvSpPr>
        <p:spPr>
          <a:xfrm>
            <a:off x="10832730" y="5470968"/>
            <a:ext cx="694787" cy="694881"/>
          </a:xfrm>
          <a:custGeom>
            <a:avLst/>
            <a:gdLst>
              <a:gd name="connsiteX0" fmla="*/ 687771 w 687771"/>
              <a:gd name="connsiteY0" fmla="*/ 343932 h 687864"/>
              <a:gd name="connsiteX1" fmla="*/ 343886 w 687771"/>
              <a:gd name="connsiteY1" fmla="*/ 687864 h 687864"/>
              <a:gd name="connsiteX2" fmla="*/ 0 w 687771"/>
              <a:gd name="connsiteY2" fmla="*/ 343932 h 687864"/>
              <a:gd name="connsiteX3" fmla="*/ 343886 w 687771"/>
              <a:gd name="connsiteY3" fmla="*/ 0 h 687864"/>
              <a:gd name="connsiteX4" fmla="*/ 687771 w 687771"/>
              <a:gd name="connsiteY4" fmla="*/ 343932 h 68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71" h="687864">
                <a:moveTo>
                  <a:pt x="687771" y="343932"/>
                </a:moveTo>
                <a:cubicBezTo>
                  <a:pt x="687771" y="533880"/>
                  <a:pt x="533809" y="687864"/>
                  <a:pt x="343886" y="687864"/>
                </a:cubicBezTo>
                <a:cubicBezTo>
                  <a:pt x="153963" y="687864"/>
                  <a:pt x="0" y="533880"/>
                  <a:pt x="0" y="343932"/>
                </a:cubicBezTo>
                <a:cubicBezTo>
                  <a:pt x="0" y="153983"/>
                  <a:pt x="153963" y="0"/>
                  <a:pt x="343886" y="0"/>
                </a:cubicBezTo>
                <a:cubicBezTo>
                  <a:pt x="533809" y="0"/>
                  <a:pt x="687771" y="153983"/>
                  <a:pt x="687771" y="343932"/>
                </a:cubicBezTo>
                <a:close/>
              </a:path>
            </a:pathLst>
          </a:custGeom>
          <a:solidFill>
            <a:schemeClr val="tx1"/>
          </a:solidFill>
          <a:ln w="223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0" name="Vrije vorm 329">
            <a:extLst>
              <a:ext uri="{FF2B5EF4-FFF2-40B4-BE49-F238E27FC236}">
                <a16:creationId xmlns:a16="http://schemas.microsoft.com/office/drawing/2014/main" id="{193D6A3E-73C5-9F38-AD88-D5476299EA0D}"/>
              </a:ext>
            </a:extLst>
          </p:cNvPr>
          <p:cNvSpPr/>
          <p:nvPr userDrawn="1"/>
        </p:nvSpPr>
        <p:spPr>
          <a:xfrm>
            <a:off x="11496675" y="3411314"/>
            <a:ext cx="695325" cy="704599"/>
          </a:xfrm>
          <a:custGeom>
            <a:avLst/>
            <a:gdLst>
              <a:gd name="connsiteX0" fmla="*/ 0 w 676589"/>
              <a:gd name="connsiteY0" fmla="*/ 0 h 685613"/>
              <a:gd name="connsiteX1" fmla="*/ 676589 w 676589"/>
              <a:gd name="connsiteY1" fmla="*/ 0 h 685613"/>
              <a:gd name="connsiteX2" fmla="*/ 676589 w 676589"/>
              <a:gd name="connsiteY2" fmla="*/ 685614 h 685613"/>
              <a:gd name="connsiteX3" fmla="*/ 0 w 676589"/>
              <a:gd name="connsiteY3" fmla="*/ 685614 h 68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589" h="685613">
                <a:moveTo>
                  <a:pt x="0" y="0"/>
                </a:moveTo>
                <a:lnTo>
                  <a:pt x="676589" y="0"/>
                </a:lnTo>
                <a:lnTo>
                  <a:pt x="676589" y="685614"/>
                </a:lnTo>
                <a:lnTo>
                  <a:pt x="0" y="685614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1" name="Vrije vorm 330">
            <a:extLst>
              <a:ext uri="{FF2B5EF4-FFF2-40B4-BE49-F238E27FC236}">
                <a16:creationId xmlns:a16="http://schemas.microsoft.com/office/drawing/2014/main" id="{F46BEB3A-23B8-6064-085F-E7D5CE445179}"/>
              </a:ext>
            </a:extLst>
          </p:cNvPr>
          <p:cNvSpPr/>
          <p:nvPr userDrawn="1"/>
        </p:nvSpPr>
        <p:spPr>
          <a:xfrm>
            <a:off x="10820959" y="2043278"/>
            <a:ext cx="676588" cy="1366760"/>
          </a:xfrm>
          <a:custGeom>
            <a:avLst/>
            <a:gdLst>
              <a:gd name="connsiteX0" fmla="*/ 0 w 676588"/>
              <a:gd name="connsiteY0" fmla="*/ 683380 h 1366760"/>
              <a:gd name="connsiteX1" fmla="*/ 676589 w 676588"/>
              <a:gd name="connsiteY1" fmla="*/ 1366761 h 1366760"/>
              <a:gd name="connsiteX2" fmla="*/ 676589 w 676588"/>
              <a:gd name="connsiteY2" fmla="*/ 0 h 1366760"/>
              <a:gd name="connsiteX3" fmla="*/ 0 w 676588"/>
              <a:gd name="connsiteY3" fmla="*/ 683380 h 136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588" h="1366760">
                <a:moveTo>
                  <a:pt x="0" y="683380"/>
                </a:moveTo>
                <a:cubicBezTo>
                  <a:pt x="0" y="1060803"/>
                  <a:pt x="303684" y="1366761"/>
                  <a:pt x="676589" y="1366761"/>
                </a:cubicBezTo>
                <a:lnTo>
                  <a:pt x="676589" y="0"/>
                </a:lnTo>
                <a:cubicBezTo>
                  <a:pt x="303684" y="0"/>
                  <a:pt x="0" y="305958"/>
                  <a:pt x="0" y="683380"/>
                </a:cubicBez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2" name="Vrije vorm 331">
            <a:extLst>
              <a:ext uri="{FF2B5EF4-FFF2-40B4-BE49-F238E27FC236}">
                <a16:creationId xmlns:a16="http://schemas.microsoft.com/office/drawing/2014/main" id="{549EA74C-989A-9C2E-29EB-9C2BC4CAA7F6}"/>
              </a:ext>
            </a:extLst>
          </p:cNvPr>
          <p:cNvSpPr/>
          <p:nvPr userDrawn="1"/>
        </p:nvSpPr>
        <p:spPr>
          <a:xfrm>
            <a:off x="10820959" y="-1"/>
            <a:ext cx="1371041" cy="1371227"/>
          </a:xfrm>
          <a:custGeom>
            <a:avLst/>
            <a:gdLst>
              <a:gd name="connsiteX0" fmla="*/ 0 w 1371041"/>
              <a:gd name="connsiteY0" fmla="*/ 0 h 1371227"/>
              <a:gd name="connsiteX1" fmla="*/ 1371042 w 1371041"/>
              <a:gd name="connsiteY1" fmla="*/ 1371227 h 1371227"/>
              <a:gd name="connsiteX2" fmla="*/ 1371042 w 1371041"/>
              <a:gd name="connsiteY2" fmla="*/ 0 h 13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041" h="1371227">
                <a:moveTo>
                  <a:pt x="0" y="0"/>
                </a:moveTo>
                <a:lnTo>
                  <a:pt x="1371042" y="1371227"/>
                </a:lnTo>
                <a:lnTo>
                  <a:pt x="1371042" y="0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3" name="Vrije vorm 332">
            <a:extLst>
              <a:ext uri="{FF2B5EF4-FFF2-40B4-BE49-F238E27FC236}">
                <a16:creationId xmlns:a16="http://schemas.microsoft.com/office/drawing/2014/main" id="{217B0A6E-CF4B-3782-366A-956B2041CC6F}"/>
              </a:ext>
            </a:extLst>
          </p:cNvPr>
          <p:cNvSpPr/>
          <p:nvPr userDrawn="1"/>
        </p:nvSpPr>
        <p:spPr>
          <a:xfrm>
            <a:off x="10836590" y="6165849"/>
            <a:ext cx="1355410" cy="692519"/>
          </a:xfrm>
          <a:custGeom>
            <a:avLst/>
            <a:gdLst>
              <a:gd name="connsiteX0" fmla="*/ 0 w 1355410"/>
              <a:gd name="connsiteY0" fmla="*/ 0 h 685613"/>
              <a:gd name="connsiteX1" fmla="*/ 1355411 w 1355410"/>
              <a:gd name="connsiteY1" fmla="*/ 0 h 685613"/>
              <a:gd name="connsiteX2" fmla="*/ 1355411 w 1355410"/>
              <a:gd name="connsiteY2" fmla="*/ 685614 h 685613"/>
              <a:gd name="connsiteX3" fmla="*/ 0 w 1355410"/>
              <a:gd name="connsiteY3" fmla="*/ 685614 h 68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410" h="685613">
                <a:moveTo>
                  <a:pt x="0" y="0"/>
                </a:moveTo>
                <a:lnTo>
                  <a:pt x="1355411" y="0"/>
                </a:lnTo>
                <a:lnTo>
                  <a:pt x="1355411" y="685614"/>
                </a:lnTo>
                <a:lnTo>
                  <a:pt x="0" y="685614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4" name="Vrije vorm 333">
            <a:extLst>
              <a:ext uri="{FF2B5EF4-FFF2-40B4-BE49-F238E27FC236}">
                <a16:creationId xmlns:a16="http://schemas.microsoft.com/office/drawing/2014/main" id="{796E83D3-6867-B79D-5B59-047D10B0F5FE}"/>
              </a:ext>
            </a:extLst>
          </p:cNvPr>
          <p:cNvSpPr/>
          <p:nvPr userDrawn="1"/>
        </p:nvSpPr>
        <p:spPr>
          <a:xfrm>
            <a:off x="9481785" y="4814722"/>
            <a:ext cx="1350945" cy="1351127"/>
          </a:xfrm>
          <a:custGeom>
            <a:avLst/>
            <a:gdLst>
              <a:gd name="connsiteX0" fmla="*/ 0 w 1350945"/>
              <a:gd name="connsiteY0" fmla="*/ 0 h 1351127"/>
              <a:gd name="connsiteX1" fmla="*/ 1350945 w 1350945"/>
              <a:gd name="connsiteY1" fmla="*/ 0 h 1351127"/>
              <a:gd name="connsiteX2" fmla="*/ 1350945 w 1350945"/>
              <a:gd name="connsiteY2" fmla="*/ 1351128 h 1351127"/>
              <a:gd name="connsiteX3" fmla="*/ 0 w 1350945"/>
              <a:gd name="connsiteY3" fmla="*/ 1351128 h 135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0945" h="1351127">
                <a:moveTo>
                  <a:pt x="0" y="0"/>
                </a:moveTo>
                <a:lnTo>
                  <a:pt x="1350945" y="0"/>
                </a:lnTo>
                <a:lnTo>
                  <a:pt x="1350945" y="1351128"/>
                </a:lnTo>
                <a:lnTo>
                  <a:pt x="0" y="1351128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3155BA3B-04DE-219C-2E68-1B6EF94207D7}"/>
              </a:ext>
            </a:extLst>
          </p:cNvPr>
          <p:cNvGrpSpPr/>
          <p:nvPr userDrawn="1"/>
        </p:nvGrpSpPr>
        <p:grpSpPr>
          <a:xfrm>
            <a:off x="9791121" y="5123856"/>
            <a:ext cx="732272" cy="732858"/>
            <a:chOff x="9784253" y="5121547"/>
            <a:chExt cx="732272" cy="732858"/>
          </a:xfrm>
        </p:grpSpPr>
        <p:sp>
          <p:nvSpPr>
            <p:cNvPr id="9" name="Vrije vorm 8">
              <a:extLst>
                <a:ext uri="{FF2B5EF4-FFF2-40B4-BE49-F238E27FC236}">
                  <a16:creationId xmlns:a16="http://schemas.microsoft.com/office/drawing/2014/main" id="{7D7A1677-D531-1D9C-3460-7326A47A50A1}"/>
                </a:ext>
              </a:extLst>
            </p:cNvPr>
            <p:cNvSpPr/>
            <p:nvPr/>
          </p:nvSpPr>
          <p:spPr>
            <a:xfrm>
              <a:off x="9802783" y="5121547"/>
              <a:ext cx="295295" cy="315021"/>
            </a:xfrm>
            <a:custGeom>
              <a:avLst/>
              <a:gdLst>
                <a:gd name="connsiteX0" fmla="*/ 106402 w 295295"/>
                <a:gd name="connsiteY0" fmla="*/ 252854 h 315021"/>
                <a:gd name="connsiteX1" fmla="*/ 294100 w 295295"/>
                <a:gd name="connsiteY1" fmla="*/ 252854 h 315021"/>
                <a:gd name="connsiteX2" fmla="*/ 294100 w 295295"/>
                <a:gd name="connsiteY2" fmla="*/ 315021 h 315021"/>
                <a:gd name="connsiteX3" fmla="*/ 0 w 295295"/>
                <a:gd name="connsiteY3" fmla="*/ 315021 h 315021"/>
                <a:gd name="connsiteX4" fmla="*/ 0 w 295295"/>
                <a:gd name="connsiteY4" fmla="*/ 255843 h 315021"/>
                <a:gd name="connsiteX5" fmla="*/ 191284 w 295295"/>
                <a:gd name="connsiteY5" fmla="*/ 61570 h 315021"/>
                <a:gd name="connsiteX6" fmla="*/ 16140 w 295295"/>
                <a:gd name="connsiteY6" fmla="*/ 61570 h 315021"/>
                <a:gd name="connsiteX7" fmla="*/ 16140 w 295295"/>
                <a:gd name="connsiteY7" fmla="*/ 0 h 315021"/>
                <a:gd name="connsiteX8" fmla="*/ 295295 w 295295"/>
                <a:gd name="connsiteY8" fmla="*/ 0 h 315021"/>
                <a:gd name="connsiteX9" fmla="*/ 295295 w 295295"/>
                <a:gd name="connsiteY9" fmla="*/ 61570 h 31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295" h="315021">
                  <a:moveTo>
                    <a:pt x="106402" y="252854"/>
                  </a:moveTo>
                  <a:lnTo>
                    <a:pt x="294100" y="252854"/>
                  </a:lnTo>
                  <a:lnTo>
                    <a:pt x="294100" y="315021"/>
                  </a:lnTo>
                  <a:lnTo>
                    <a:pt x="0" y="315021"/>
                  </a:lnTo>
                  <a:lnTo>
                    <a:pt x="0" y="255843"/>
                  </a:lnTo>
                  <a:lnTo>
                    <a:pt x="191284" y="61570"/>
                  </a:lnTo>
                  <a:lnTo>
                    <a:pt x="16140" y="61570"/>
                  </a:lnTo>
                  <a:lnTo>
                    <a:pt x="16140" y="0"/>
                  </a:lnTo>
                  <a:lnTo>
                    <a:pt x="295295" y="0"/>
                  </a:lnTo>
                  <a:lnTo>
                    <a:pt x="295295" y="6157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CA1B0747-5A4F-92D5-CF4E-AD9549C86E4C}"/>
                </a:ext>
              </a:extLst>
            </p:cNvPr>
            <p:cNvSpPr/>
            <p:nvPr/>
          </p:nvSpPr>
          <p:spPr>
            <a:xfrm>
              <a:off x="10208067" y="5121547"/>
              <a:ext cx="294697" cy="321596"/>
            </a:xfrm>
            <a:custGeom>
              <a:avLst/>
              <a:gdLst>
                <a:gd name="connsiteX0" fmla="*/ 285731 w 294697"/>
                <a:gd name="connsiteY0" fmla="*/ 243290 h 321596"/>
                <a:gd name="connsiteX1" fmla="*/ 146452 w 294697"/>
                <a:gd name="connsiteY1" fmla="*/ 321597 h 321596"/>
                <a:gd name="connsiteX2" fmla="*/ 34072 w 294697"/>
                <a:gd name="connsiteY2" fmla="*/ 283938 h 321596"/>
                <a:gd name="connsiteX3" fmla="*/ 0 w 294697"/>
                <a:gd name="connsiteY3" fmla="*/ 175742 h 321596"/>
                <a:gd name="connsiteX4" fmla="*/ 0 w 294697"/>
                <a:gd name="connsiteY4" fmla="*/ 0 h 321596"/>
                <a:gd name="connsiteX5" fmla="*/ 86676 w 294697"/>
                <a:gd name="connsiteY5" fmla="*/ 0 h 321596"/>
                <a:gd name="connsiteX6" fmla="*/ 86676 w 294697"/>
                <a:gd name="connsiteY6" fmla="*/ 196066 h 321596"/>
                <a:gd name="connsiteX7" fmla="*/ 102815 w 294697"/>
                <a:gd name="connsiteY7" fmla="*/ 244485 h 321596"/>
                <a:gd name="connsiteX8" fmla="*/ 148843 w 294697"/>
                <a:gd name="connsiteY8" fmla="*/ 256440 h 321596"/>
                <a:gd name="connsiteX9" fmla="*/ 191284 w 294697"/>
                <a:gd name="connsiteY9" fmla="*/ 245083 h 321596"/>
                <a:gd name="connsiteX10" fmla="*/ 208022 w 294697"/>
                <a:gd name="connsiteY10" fmla="*/ 195469 h 321596"/>
                <a:gd name="connsiteX11" fmla="*/ 208022 w 294697"/>
                <a:gd name="connsiteY11" fmla="*/ 0 h 321596"/>
                <a:gd name="connsiteX12" fmla="*/ 294697 w 294697"/>
                <a:gd name="connsiteY12" fmla="*/ 0 h 321596"/>
                <a:gd name="connsiteX13" fmla="*/ 294697 w 294697"/>
                <a:gd name="connsiteY13" fmla="*/ 175742 h 321596"/>
                <a:gd name="connsiteX14" fmla="*/ 285731 w 294697"/>
                <a:gd name="connsiteY14" fmla="*/ 243290 h 321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4697" h="321596">
                  <a:moveTo>
                    <a:pt x="285731" y="243290"/>
                  </a:moveTo>
                  <a:cubicBezTo>
                    <a:pt x="257038" y="316815"/>
                    <a:pt x="165580" y="321597"/>
                    <a:pt x="146452" y="321597"/>
                  </a:cubicBezTo>
                  <a:cubicBezTo>
                    <a:pt x="131508" y="321597"/>
                    <a:pt x="73525" y="319206"/>
                    <a:pt x="34072" y="283938"/>
                  </a:cubicBezTo>
                  <a:cubicBezTo>
                    <a:pt x="598" y="253452"/>
                    <a:pt x="0" y="215195"/>
                    <a:pt x="0" y="175742"/>
                  </a:cubicBezTo>
                  <a:lnTo>
                    <a:pt x="0" y="0"/>
                  </a:lnTo>
                  <a:lnTo>
                    <a:pt x="86676" y="0"/>
                  </a:lnTo>
                  <a:lnTo>
                    <a:pt x="86676" y="196066"/>
                  </a:lnTo>
                  <a:cubicBezTo>
                    <a:pt x="86676" y="224161"/>
                    <a:pt x="89067" y="234921"/>
                    <a:pt x="102815" y="244485"/>
                  </a:cubicBezTo>
                  <a:cubicBezTo>
                    <a:pt x="120150" y="256440"/>
                    <a:pt x="142865" y="256440"/>
                    <a:pt x="148843" y="256440"/>
                  </a:cubicBezTo>
                  <a:cubicBezTo>
                    <a:pt x="164983" y="256440"/>
                    <a:pt x="179329" y="254647"/>
                    <a:pt x="191284" y="245083"/>
                  </a:cubicBezTo>
                  <a:cubicBezTo>
                    <a:pt x="207424" y="231932"/>
                    <a:pt x="208022" y="213402"/>
                    <a:pt x="208022" y="195469"/>
                  </a:cubicBezTo>
                  <a:lnTo>
                    <a:pt x="208022" y="0"/>
                  </a:lnTo>
                  <a:lnTo>
                    <a:pt x="294697" y="0"/>
                  </a:lnTo>
                  <a:lnTo>
                    <a:pt x="294697" y="175742"/>
                  </a:lnTo>
                  <a:cubicBezTo>
                    <a:pt x="294697" y="198457"/>
                    <a:pt x="294100" y="221172"/>
                    <a:pt x="285731" y="243290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4C926C89-12B9-2A3B-5124-A39F507CBCDF}"/>
                </a:ext>
              </a:extLst>
            </p:cNvPr>
            <p:cNvSpPr/>
            <p:nvPr/>
          </p:nvSpPr>
          <p:spPr>
            <a:xfrm>
              <a:off x="9784253" y="5540579"/>
              <a:ext cx="345507" cy="313825"/>
            </a:xfrm>
            <a:custGeom>
              <a:avLst/>
              <a:gdLst>
                <a:gd name="connsiteX0" fmla="*/ 214597 w 345507"/>
                <a:gd name="connsiteY0" fmla="*/ 164983 h 313825"/>
                <a:gd name="connsiteX1" fmla="*/ 214597 w 345507"/>
                <a:gd name="connsiteY1" fmla="*/ 313826 h 313825"/>
                <a:gd name="connsiteX2" fmla="*/ 129715 w 345507"/>
                <a:gd name="connsiteY2" fmla="*/ 313826 h 313825"/>
                <a:gd name="connsiteX3" fmla="*/ 129715 w 345507"/>
                <a:gd name="connsiteY3" fmla="*/ 167374 h 313825"/>
                <a:gd name="connsiteX4" fmla="*/ 0 w 345507"/>
                <a:gd name="connsiteY4" fmla="*/ 0 h 313825"/>
                <a:gd name="connsiteX5" fmla="*/ 98631 w 345507"/>
                <a:gd name="connsiteY5" fmla="*/ 0 h 313825"/>
                <a:gd name="connsiteX6" fmla="*/ 172754 w 345507"/>
                <a:gd name="connsiteY6" fmla="*/ 105804 h 313825"/>
                <a:gd name="connsiteX7" fmla="*/ 246876 w 345507"/>
                <a:gd name="connsiteY7" fmla="*/ 0 h 313825"/>
                <a:gd name="connsiteX8" fmla="*/ 345507 w 345507"/>
                <a:gd name="connsiteY8" fmla="*/ 0 h 31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507" h="313825">
                  <a:moveTo>
                    <a:pt x="214597" y="164983"/>
                  </a:moveTo>
                  <a:lnTo>
                    <a:pt x="214597" y="313826"/>
                  </a:lnTo>
                  <a:lnTo>
                    <a:pt x="129715" y="313826"/>
                  </a:lnTo>
                  <a:lnTo>
                    <a:pt x="129715" y="167374"/>
                  </a:lnTo>
                  <a:lnTo>
                    <a:pt x="0" y="0"/>
                  </a:lnTo>
                  <a:lnTo>
                    <a:pt x="98631" y="0"/>
                  </a:lnTo>
                  <a:lnTo>
                    <a:pt x="172754" y="105804"/>
                  </a:lnTo>
                  <a:lnTo>
                    <a:pt x="246876" y="0"/>
                  </a:lnTo>
                  <a:lnTo>
                    <a:pt x="345507" y="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60CBBDCA-2909-7176-1FC4-193005F22073}"/>
                </a:ext>
              </a:extLst>
            </p:cNvPr>
            <p:cNvSpPr/>
            <p:nvPr/>
          </p:nvSpPr>
          <p:spPr>
            <a:xfrm>
              <a:off x="10207469" y="5539982"/>
              <a:ext cx="309056" cy="314423"/>
            </a:xfrm>
            <a:custGeom>
              <a:avLst/>
              <a:gdLst>
                <a:gd name="connsiteX0" fmla="*/ 270189 w 309056"/>
                <a:gd name="connsiteY0" fmla="*/ 268396 h 314423"/>
                <a:gd name="connsiteX1" fmla="*/ 191284 w 309056"/>
                <a:gd name="connsiteY1" fmla="*/ 309641 h 314423"/>
                <a:gd name="connsiteX2" fmla="*/ 135692 w 309056"/>
                <a:gd name="connsiteY2" fmla="*/ 314423 h 314423"/>
                <a:gd name="connsiteX3" fmla="*/ 0 w 309056"/>
                <a:gd name="connsiteY3" fmla="*/ 314423 h 314423"/>
                <a:gd name="connsiteX4" fmla="*/ 0 w 309056"/>
                <a:gd name="connsiteY4" fmla="*/ 0 h 314423"/>
                <a:gd name="connsiteX5" fmla="*/ 109988 w 309056"/>
                <a:gd name="connsiteY5" fmla="*/ 0 h 314423"/>
                <a:gd name="connsiteX6" fmla="*/ 141072 w 309056"/>
                <a:gd name="connsiteY6" fmla="*/ 598 h 314423"/>
                <a:gd name="connsiteX7" fmla="*/ 255843 w 309056"/>
                <a:gd name="connsiteY7" fmla="*/ 34670 h 314423"/>
                <a:gd name="connsiteX8" fmla="*/ 283340 w 309056"/>
                <a:gd name="connsiteY8" fmla="*/ 63363 h 314423"/>
                <a:gd name="connsiteX9" fmla="*/ 309044 w 309056"/>
                <a:gd name="connsiteY9" fmla="*/ 154821 h 314423"/>
                <a:gd name="connsiteX10" fmla="*/ 270189 w 309056"/>
                <a:gd name="connsiteY10" fmla="*/ 268396 h 314423"/>
                <a:gd name="connsiteX11" fmla="*/ 203239 w 309056"/>
                <a:gd name="connsiteY11" fmla="*/ 92653 h 314423"/>
                <a:gd name="connsiteX12" fmla="*/ 169167 w 309056"/>
                <a:gd name="connsiteY12" fmla="*/ 71134 h 314423"/>
                <a:gd name="connsiteX13" fmla="*/ 121944 w 309056"/>
                <a:gd name="connsiteY13" fmla="*/ 66950 h 314423"/>
                <a:gd name="connsiteX14" fmla="*/ 87273 w 309056"/>
                <a:gd name="connsiteY14" fmla="*/ 66950 h 314423"/>
                <a:gd name="connsiteX15" fmla="*/ 87273 w 309056"/>
                <a:gd name="connsiteY15" fmla="*/ 251658 h 314423"/>
                <a:gd name="connsiteX16" fmla="*/ 113575 w 309056"/>
                <a:gd name="connsiteY16" fmla="*/ 251658 h 314423"/>
                <a:gd name="connsiteX17" fmla="*/ 190687 w 309056"/>
                <a:gd name="connsiteY17" fmla="*/ 234921 h 314423"/>
                <a:gd name="connsiteX18" fmla="*/ 222368 w 309056"/>
                <a:gd name="connsiteY18" fmla="*/ 157212 h 314423"/>
                <a:gd name="connsiteX19" fmla="*/ 203239 w 309056"/>
                <a:gd name="connsiteY19" fmla="*/ 92653 h 31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9056" h="314423">
                  <a:moveTo>
                    <a:pt x="270189" y="268396"/>
                  </a:moveTo>
                  <a:cubicBezTo>
                    <a:pt x="258831" y="279753"/>
                    <a:pt x="233725" y="300675"/>
                    <a:pt x="191284" y="309641"/>
                  </a:cubicBezTo>
                  <a:cubicBezTo>
                    <a:pt x="172156" y="313826"/>
                    <a:pt x="155418" y="314423"/>
                    <a:pt x="135692" y="314423"/>
                  </a:cubicBezTo>
                  <a:lnTo>
                    <a:pt x="0" y="314423"/>
                  </a:lnTo>
                  <a:lnTo>
                    <a:pt x="0" y="0"/>
                  </a:lnTo>
                  <a:lnTo>
                    <a:pt x="109988" y="0"/>
                  </a:lnTo>
                  <a:cubicBezTo>
                    <a:pt x="120748" y="0"/>
                    <a:pt x="130910" y="0"/>
                    <a:pt x="141072" y="598"/>
                  </a:cubicBezTo>
                  <a:cubicBezTo>
                    <a:pt x="156016" y="1196"/>
                    <a:pt x="213402" y="2989"/>
                    <a:pt x="255843" y="34670"/>
                  </a:cubicBezTo>
                  <a:cubicBezTo>
                    <a:pt x="262418" y="38855"/>
                    <a:pt x="272580" y="47821"/>
                    <a:pt x="283340" y="63363"/>
                  </a:cubicBezTo>
                  <a:cubicBezTo>
                    <a:pt x="295295" y="80698"/>
                    <a:pt x="309044" y="108793"/>
                    <a:pt x="309044" y="154821"/>
                  </a:cubicBezTo>
                  <a:cubicBezTo>
                    <a:pt x="309641" y="213999"/>
                    <a:pt x="288720" y="249267"/>
                    <a:pt x="270189" y="268396"/>
                  </a:cubicBezTo>
                  <a:moveTo>
                    <a:pt x="203239" y="92653"/>
                  </a:moveTo>
                  <a:cubicBezTo>
                    <a:pt x="198457" y="87273"/>
                    <a:pt x="188295" y="76514"/>
                    <a:pt x="169167" y="71134"/>
                  </a:cubicBezTo>
                  <a:cubicBezTo>
                    <a:pt x="153027" y="66352"/>
                    <a:pt x="138083" y="66950"/>
                    <a:pt x="121944" y="66950"/>
                  </a:cubicBezTo>
                  <a:lnTo>
                    <a:pt x="87273" y="66950"/>
                  </a:lnTo>
                  <a:lnTo>
                    <a:pt x="87273" y="251658"/>
                  </a:lnTo>
                  <a:lnTo>
                    <a:pt x="113575" y="251658"/>
                  </a:lnTo>
                  <a:cubicBezTo>
                    <a:pt x="139279" y="251658"/>
                    <a:pt x="168569" y="250463"/>
                    <a:pt x="190687" y="234921"/>
                  </a:cubicBezTo>
                  <a:cubicBezTo>
                    <a:pt x="208022" y="222966"/>
                    <a:pt x="222368" y="200251"/>
                    <a:pt x="222368" y="157212"/>
                  </a:cubicBezTo>
                  <a:cubicBezTo>
                    <a:pt x="222966" y="133301"/>
                    <a:pt x="219977" y="111782"/>
                    <a:pt x="203239" y="92653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46853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| Roo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34152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 err="1">
                <a:solidFill>
                  <a:schemeClr val="bg2"/>
                </a:solidFill>
                <a:latin typeface="+mj-lt"/>
              </a:rPr>
              <a:t>Titeldia</a:t>
            </a:r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 | Rood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829193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Hier is plaats voor een titel </a:t>
            </a:r>
            <a:br>
              <a:rPr lang="nl-NL" noProof="0" dirty="0"/>
            </a:br>
            <a:r>
              <a:rPr lang="nl-NL" noProof="0" dirty="0"/>
              <a:t>van meerdere regels lang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2893264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87DAA26B-F120-AFDE-FAD5-C9D2A3B1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A4ED-F970-7C4E-83B8-62805132E5AC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07A49458-3C39-E6B8-19DE-A5CBDEC2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329" name="Vrije vorm 328">
            <a:extLst>
              <a:ext uri="{FF2B5EF4-FFF2-40B4-BE49-F238E27FC236}">
                <a16:creationId xmlns:a16="http://schemas.microsoft.com/office/drawing/2014/main" id="{BB977CCF-DC73-F881-0CAB-B35E33F584EE}"/>
              </a:ext>
            </a:extLst>
          </p:cNvPr>
          <p:cNvSpPr/>
          <p:nvPr userDrawn="1"/>
        </p:nvSpPr>
        <p:spPr>
          <a:xfrm>
            <a:off x="10832730" y="5470968"/>
            <a:ext cx="694787" cy="694881"/>
          </a:xfrm>
          <a:custGeom>
            <a:avLst/>
            <a:gdLst>
              <a:gd name="connsiteX0" fmla="*/ 687771 w 687771"/>
              <a:gd name="connsiteY0" fmla="*/ 343932 h 687864"/>
              <a:gd name="connsiteX1" fmla="*/ 343886 w 687771"/>
              <a:gd name="connsiteY1" fmla="*/ 687864 h 687864"/>
              <a:gd name="connsiteX2" fmla="*/ 0 w 687771"/>
              <a:gd name="connsiteY2" fmla="*/ 343932 h 687864"/>
              <a:gd name="connsiteX3" fmla="*/ 343886 w 687771"/>
              <a:gd name="connsiteY3" fmla="*/ 0 h 687864"/>
              <a:gd name="connsiteX4" fmla="*/ 687771 w 687771"/>
              <a:gd name="connsiteY4" fmla="*/ 343932 h 68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71" h="687864">
                <a:moveTo>
                  <a:pt x="687771" y="343932"/>
                </a:moveTo>
                <a:cubicBezTo>
                  <a:pt x="687771" y="533880"/>
                  <a:pt x="533809" y="687864"/>
                  <a:pt x="343886" y="687864"/>
                </a:cubicBezTo>
                <a:cubicBezTo>
                  <a:pt x="153963" y="687864"/>
                  <a:pt x="0" y="533880"/>
                  <a:pt x="0" y="343932"/>
                </a:cubicBezTo>
                <a:cubicBezTo>
                  <a:pt x="0" y="153983"/>
                  <a:pt x="153963" y="0"/>
                  <a:pt x="343886" y="0"/>
                </a:cubicBezTo>
                <a:cubicBezTo>
                  <a:pt x="533809" y="0"/>
                  <a:pt x="687771" y="153983"/>
                  <a:pt x="687771" y="343932"/>
                </a:cubicBezTo>
                <a:close/>
              </a:path>
            </a:pathLst>
          </a:custGeom>
          <a:solidFill>
            <a:schemeClr val="tx1"/>
          </a:solidFill>
          <a:ln w="22331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0" name="Vrije vorm 329">
            <a:extLst>
              <a:ext uri="{FF2B5EF4-FFF2-40B4-BE49-F238E27FC236}">
                <a16:creationId xmlns:a16="http://schemas.microsoft.com/office/drawing/2014/main" id="{193D6A3E-73C5-9F38-AD88-D5476299EA0D}"/>
              </a:ext>
            </a:extLst>
          </p:cNvPr>
          <p:cNvSpPr/>
          <p:nvPr userDrawn="1"/>
        </p:nvSpPr>
        <p:spPr>
          <a:xfrm>
            <a:off x="11496675" y="3411314"/>
            <a:ext cx="695325" cy="704599"/>
          </a:xfrm>
          <a:custGeom>
            <a:avLst/>
            <a:gdLst>
              <a:gd name="connsiteX0" fmla="*/ 0 w 676589"/>
              <a:gd name="connsiteY0" fmla="*/ 0 h 685613"/>
              <a:gd name="connsiteX1" fmla="*/ 676589 w 676589"/>
              <a:gd name="connsiteY1" fmla="*/ 0 h 685613"/>
              <a:gd name="connsiteX2" fmla="*/ 676589 w 676589"/>
              <a:gd name="connsiteY2" fmla="*/ 685614 h 685613"/>
              <a:gd name="connsiteX3" fmla="*/ 0 w 676589"/>
              <a:gd name="connsiteY3" fmla="*/ 685614 h 68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589" h="685613">
                <a:moveTo>
                  <a:pt x="0" y="0"/>
                </a:moveTo>
                <a:lnTo>
                  <a:pt x="676589" y="0"/>
                </a:lnTo>
                <a:lnTo>
                  <a:pt x="676589" y="685614"/>
                </a:lnTo>
                <a:lnTo>
                  <a:pt x="0" y="685614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1" name="Vrije vorm 330">
            <a:extLst>
              <a:ext uri="{FF2B5EF4-FFF2-40B4-BE49-F238E27FC236}">
                <a16:creationId xmlns:a16="http://schemas.microsoft.com/office/drawing/2014/main" id="{F46BEB3A-23B8-6064-085F-E7D5CE445179}"/>
              </a:ext>
            </a:extLst>
          </p:cNvPr>
          <p:cNvSpPr/>
          <p:nvPr userDrawn="1"/>
        </p:nvSpPr>
        <p:spPr>
          <a:xfrm>
            <a:off x="10820959" y="2043278"/>
            <a:ext cx="676588" cy="1366760"/>
          </a:xfrm>
          <a:custGeom>
            <a:avLst/>
            <a:gdLst>
              <a:gd name="connsiteX0" fmla="*/ 0 w 676588"/>
              <a:gd name="connsiteY0" fmla="*/ 683380 h 1366760"/>
              <a:gd name="connsiteX1" fmla="*/ 676589 w 676588"/>
              <a:gd name="connsiteY1" fmla="*/ 1366761 h 1366760"/>
              <a:gd name="connsiteX2" fmla="*/ 676589 w 676588"/>
              <a:gd name="connsiteY2" fmla="*/ 0 h 1366760"/>
              <a:gd name="connsiteX3" fmla="*/ 0 w 676588"/>
              <a:gd name="connsiteY3" fmla="*/ 683380 h 136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588" h="1366760">
                <a:moveTo>
                  <a:pt x="0" y="683380"/>
                </a:moveTo>
                <a:cubicBezTo>
                  <a:pt x="0" y="1060803"/>
                  <a:pt x="303684" y="1366761"/>
                  <a:pt x="676589" y="1366761"/>
                </a:cubicBezTo>
                <a:lnTo>
                  <a:pt x="676589" y="0"/>
                </a:lnTo>
                <a:cubicBezTo>
                  <a:pt x="303684" y="0"/>
                  <a:pt x="0" y="305958"/>
                  <a:pt x="0" y="683380"/>
                </a:cubicBez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2" name="Vrije vorm 331">
            <a:extLst>
              <a:ext uri="{FF2B5EF4-FFF2-40B4-BE49-F238E27FC236}">
                <a16:creationId xmlns:a16="http://schemas.microsoft.com/office/drawing/2014/main" id="{549EA74C-989A-9C2E-29EB-9C2BC4CAA7F6}"/>
              </a:ext>
            </a:extLst>
          </p:cNvPr>
          <p:cNvSpPr/>
          <p:nvPr userDrawn="1"/>
        </p:nvSpPr>
        <p:spPr>
          <a:xfrm>
            <a:off x="10820959" y="-1"/>
            <a:ext cx="1371041" cy="1371227"/>
          </a:xfrm>
          <a:custGeom>
            <a:avLst/>
            <a:gdLst>
              <a:gd name="connsiteX0" fmla="*/ 0 w 1371041"/>
              <a:gd name="connsiteY0" fmla="*/ 0 h 1371227"/>
              <a:gd name="connsiteX1" fmla="*/ 1371042 w 1371041"/>
              <a:gd name="connsiteY1" fmla="*/ 1371227 h 1371227"/>
              <a:gd name="connsiteX2" fmla="*/ 1371042 w 1371041"/>
              <a:gd name="connsiteY2" fmla="*/ 0 h 13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041" h="1371227">
                <a:moveTo>
                  <a:pt x="0" y="0"/>
                </a:moveTo>
                <a:lnTo>
                  <a:pt x="1371042" y="1371227"/>
                </a:lnTo>
                <a:lnTo>
                  <a:pt x="1371042" y="0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3" name="Vrije vorm 332">
            <a:extLst>
              <a:ext uri="{FF2B5EF4-FFF2-40B4-BE49-F238E27FC236}">
                <a16:creationId xmlns:a16="http://schemas.microsoft.com/office/drawing/2014/main" id="{217B0A6E-CF4B-3782-366A-956B2041CC6F}"/>
              </a:ext>
            </a:extLst>
          </p:cNvPr>
          <p:cNvSpPr/>
          <p:nvPr userDrawn="1"/>
        </p:nvSpPr>
        <p:spPr>
          <a:xfrm>
            <a:off x="10836590" y="6165849"/>
            <a:ext cx="1355410" cy="692519"/>
          </a:xfrm>
          <a:custGeom>
            <a:avLst/>
            <a:gdLst>
              <a:gd name="connsiteX0" fmla="*/ 0 w 1355410"/>
              <a:gd name="connsiteY0" fmla="*/ 0 h 685613"/>
              <a:gd name="connsiteX1" fmla="*/ 1355411 w 1355410"/>
              <a:gd name="connsiteY1" fmla="*/ 0 h 685613"/>
              <a:gd name="connsiteX2" fmla="*/ 1355411 w 1355410"/>
              <a:gd name="connsiteY2" fmla="*/ 685614 h 685613"/>
              <a:gd name="connsiteX3" fmla="*/ 0 w 1355410"/>
              <a:gd name="connsiteY3" fmla="*/ 685614 h 68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410" h="685613">
                <a:moveTo>
                  <a:pt x="0" y="0"/>
                </a:moveTo>
                <a:lnTo>
                  <a:pt x="1355411" y="0"/>
                </a:lnTo>
                <a:lnTo>
                  <a:pt x="1355411" y="685614"/>
                </a:lnTo>
                <a:lnTo>
                  <a:pt x="0" y="685614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34" name="Vrije vorm 333">
            <a:extLst>
              <a:ext uri="{FF2B5EF4-FFF2-40B4-BE49-F238E27FC236}">
                <a16:creationId xmlns:a16="http://schemas.microsoft.com/office/drawing/2014/main" id="{796E83D3-6867-B79D-5B59-047D10B0F5FE}"/>
              </a:ext>
            </a:extLst>
          </p:cNvPr>
          <p:cNvSpPr/>
          <p:nvPr userDrawn="1"/>
        </p:nvSpPr>
        <p:spPr>
          <a:xfrm>
            <a:off x="9481785" y="4814722"/>
            <a:ext cx="1350945" cy="1351127"/>
          </a:xfrm>
          <a:custGeom>
            <a:avLst/>
            <a:gdLst>
              <a:gd name="connsiteX0" fmla="*/ 0 w 1350945"/>
              <a:gd name="connsiteY0" fmla="*/ 0 h 1351127"/>
              <a:gd name="connsiteX1" fmla="*/ 1350945 w 1350945"/>
              <a:gd name="connsiteY1" fmla="*/ 0 h 1351127"/>
              <a:gd name="connsiteX2" fmla="*/ 1350945 w 1350945"/>
              <a:gd name="connsiteY2" fmla="*/ 1351128 h 1351127"/>
              <a:gd name="connsiteX3" fmla="*/ 0 w 1350945"/>
              <a:gd name="connsiteY3" fmla="*/ 1351128 h 135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0945" h="1351127">
                <a:moveTo>
                  <a:pt x="0" y="0"/>
                </a:moveTo>
                <a:lnTo>
                  <a:pt x="1350945" y="0"/>
                </a:lnTo>
                <a:lnTo>
                  <a:pt x="1350945" y="1351128"/>
                </a:lnTo>
                <a:lnTo>
                  <a:pt x="0" y="1351128"/>
                </a:lnTo>
                <a:close/>
              </a:path>
            </a:pathLst>
          </a:custGeom>
          <a:solidFill>
            <a:schemeClr val="tx1"/>
          </a:solidFill>
          <a:ln w="2233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3155BA3B-04DE-219C-2E68-1B6EF94207D7}"/>
              </a:ext>
            </a:extLst>
          </p:cNvPr>
          <p:cNvGrpSpPr/>
          <p:nvPr userDrawn="1"/>
        </p:nvGrpSpPr>
        <p:grpSpPr>
          <a:xfrm>
            <a:off x="9791121" y="5123856"/>
            <a:ext cx="732272" cy="732858"/>
            <a:chOff x="9784253" y="5121547"/>
            <a:chExt cx="732272" cy="732858"/>
          </a:xfrm>
        </p:grpSpPr>
        <p:sp>
          <p:nvSpPr>
            <p:cNvPr id="9" name="Vrije vorm 8">
              <a:extLst>
                <a:ext uri="{FF2B5EF4-FFF2-40B4-BE49-F238E27FC236}">
                  <a16:creationId xmlns:a16="http://schemas.microsoft.com/office/drawing/2014/main" id="{7D7A1677-D531-1D9C-3460-7326A47A50A1}"/>
                </a:ext>
              </a:extLst>
            </p:cNvPr>
            <p:cNvSpPr/>
            <p:nvPr/>
          </p:nvSpPr>
          <p:spPr>
            <a:xfrm>
              <a:off x="9802783" y="5121547"/>
              <a:ext cx="295295" cy="315021"/>
            </a:xfrm>
            <a:custGeom>
              <a:avLst/>
              <a:gdLst>
                <a:gd name="connsiteX0" fmla="*/ 106402 w 295295"/>
                <a:gd name="connsiteY0" fmla="*/ 252854 h 315021"/>
                <a:gd name="connsiteX1" fmla="*/ 294100 w 295295"/>
                <a:gd name="connsiteY1" fmla="*/ 252854 h 315021"/>
                <a:gd name="connsiteX2" fmla="*/ 294100 w 295295"/>
                <a:gd name="connsiteY2" fmla="*/ 315021 h 315021"/>
                <a:gd name="connsiteX3" fmla="*/ 0 w 295295"/>
                <a:gd name="connsiteY3" fmla="*/ 315021 h 315021"/>
                <a:gd name="connsiteX4" fmla="*/ 0 w 295295"/>
                <a:gd name="connsiteY4" fmla="*/ 255843 h 315021"/>
                <a:gd name="connsiteX5" fmla="*/ 191284 w 295295"/>
                <a:gd name="connsiteY5" fmla="*/ 61570 h 315021"/>
                <a:gd name="connsiteX6" fmla="*/ 16140 w 295295"/>
                <a:gd name="connsiteY6" fmla="*/ 61570 h 315021"/>
                <a:gd name="connsiteX7" fmla="*/ 16140 w 295295"/>
                <a:gd name="connsiteY7" fmla="*/ 0 h 315021"/>
                <a:gd name="connsiteX8" fmla="*/ 295295 w 295295"/>
                <a:gd name="connsiteY8" fmla="*/ 0 h 315021"/>
                <a:gd name="connsiteX9" fmla="*/ 295295 w 295295"/>
                <a:gd name="connsiteY9" fmla="*/ 61570 h 31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295" h="315021">
                  <a:moveTo>
                    <a:pt x="106402" y="252854"/>
                  </a:moveTo>
                  <a:lnTo>
                    <a:pt x="294100" y="252854"/>
                  </a:lnTo>
                  <a:lnTo>
                    <a:pt x="294100" y="315021"/>
                  </a:lnTo>
                  <a:lnTo>
                    <a:pt x="0" y="315021"/>
                  </a:lnTo>
                  <a:lnTo>
                    <a:pt x="0" y="255843"/>
                  </a:lnTo>
                  <a:lnTo>
                    <a:pt x="191284" y="61570"/>
                  </a:lnTo>
                  <a:lnTo>
                    <a:pt x="16140" y="61570"/>
                  </a:lnTo>
                  <a:lnTo>
                    <a:pt x="16140" y="0"/>
                  </a:lnTo>
                  <a:lnTo>
                    <a:pt x="295295" y="0"/>
                  </a:lnTo>
                  <a:lnTo>
                    <a:pt x="295295" y="6157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CA1B0747-5A4F-92D5-CF4E-AD9549C86E4C}"/>
                </a:ext>
              </a:extLst>
            </p:cNvPr>
            <p:cNvSpPr/>
            <p:nvPr/>
          </p:nvSpPr>
          <p:spPr>
            <a:xfrm>
              <a:off x="10208067" y="5121547"/>
              <a:ext cx="294697" cy="321596"/>
            </a:xfrm>
            <a:custGeom>
              <a:avLst/>
              <a:gdLst>
                <a:gd name="connsiteX0" fmla="*/ 285731 w 294697"/>
                <a:gd name="connsiteY0" fmla="*/ 243290 h 321596"/>
                <a:gd name="connsiteX1" fmla="*/ 146452 w 294697"/>
                <a:gd name="connsiteY1" fmla="*/ 321597 h 321596"/>
                <a:gd name="connsiteX2" fmla="*/ 34072 w 294697"/>
                <a:gd name="connsiteY2" fmla="*/ 283938 h 321596"/>
                <a:gd name="connsiteX3" fmla="*/ 0 w 294697"/>
                <a:gd name="connsiteY3" fmla="*/ 175742 h 321596"/>
                <a:gd name="connsiteX4" fmla="*/ 0 w 294697"/>
                <a:gd name="connsiteY4" fmla="*/ 0 h 321596"/>
                <a:gd name="connsiteX5" fmla="*/ 86676 w 294697"/>
                <a:gd name="connsiteY5" fmla="*/ 0 h 321596"/>
                <a:gd name="connsiteX6" fmla="*/ 86676 w 294697"/>
                <a:gd name="connsiteY6" fmla="*/ 196066 h 321596"/>
                <a:gd name="connsiteX7" fmla="*/ 102815 w 294697"/>
                <a:gd name="connsiteY7" fmla="*/ 244485 h 321596"/>
                <a:gd name="connsiteX8" fmla="*/ 148843 w 294697"/>
                <a:gd name="connsiteY8" fmla="*/ 256440 h 321596"/>
                <a:gd name="connsiteX9" fmla="*/ 191284 w 294697"/>
                <a:gd name="connsiteY9" fmla="*/ 245083 h 321596"/>
                <a:gd name="connsiteX10" fmla="*/ 208022 w 294697"/>
                <a:gd name="connsiteY10" fmla="*/ 195469 h 321596"/>
                <a:gd name="connsiteX11" fmla="*/ 208022 w 294697"/>
                <a:gd name="connsiteY11" fmla="*/ 0 h 321596"/>
                <a:gd name="connsiteX12" fmla="*/ 294697 w 294697"/>
                <a:gd name="connsiteY12" fmla="*/ 0 h 321596"/>
                <a:gd name="connsiteX13" fmla="*/ 294697 w 294697"/>
                <a:gd name="connsiteY13" fmla="*/ 175742 h 321596"/>
                <a:gd name="connsiteX14" fmla="*/ 285731 w 294697"/>
                <a:gd name="connsiteY14" fmla="*/ 243290 h 321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4697" h="321596">
                  <a:moveTo>
                    <a:pt x="285731" y="243290"/>
                  </a:moveTo>
                  <a:cubicBezTo>
                    <a:pt x="257038" y="316815"/>
                    <a:pt x="165580" y="321597"/>
                    <a:pt x="146452" y="321597"/>
                  </a:cubicBezTo>
                  <a:cubicBezTo>
                    <a:pt x="131508" y="321597"/>
                    <a:pt x="73525" y="319206"/>
                    <a:pt x="34072" y="283938"/>
                  </a:cubicBezTo>
                  <a:cubicBezTo>
                    <a:pt x="598" y="253452"/>
                    <a:pt x="0" y="215195"/>
                    <a:pt x="0" y="175742"/>
                  </a:cubicBezTo>
                  <a:lnTo>
                    <a:pt x="0" y="0"/>
                  </a:lnTo>
                  <a:lnTo>
                    <a:pt x="86676" y="0"/>
                  </a:lnTo>
                  <a:lnTo>
                    <a:pt x="86676" y="196066"/>
                  </a:lnTo>
                  <a:cubicBezTo>
                    <a:pt x="86676" y="224161"/>
                    <a:pt x="89067" y="234921"/>
                    <a:pt x="102815" y="244485"/>
                  </a:cubicBezTo>
                  <a:cubicBezTo>
                    <a:pt x="120150" y="256440"/>
                    <a:pt x="142865" y="256440"/>
                    <a:pt x="148843" y="256440"/>
                  </a:cubicBezTo>
                  <a:cubicBezTo>
                    <a:pt x="164983" y="256440"/>
                    <a:pt x="179329" y="254647"/>
                    <a:pt x="191284" y="245083"/>
                  </a:cubicBezTo>
                  <a:cubicBezTo>
                    <a:pt x="207424" y="231932"/>
                    <a:pt x="208022" y="213402"/>
                    <a:pt x="208022" y="195469"/>
                  </a:cubicBezTo>
                  <a:lnTo>
                    <a:pt x="208022" y="0"/>
                  </a:lnTo>
                  <a:lnTo>
                    <a:pt x="294697" y="0"/>
                  </a:lnTo>
                  <a:lnTo>
                    <a:pt x="294697" y="175742"/>
                  </a:lnTo>
                  <a:cubicBezTo>
                    <a:pt x="294697" y="198457"/>
                    <a:pt x="294100" y="221172"/>
                    <a:pt x="285731" y="243290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4C926C89-12B9-2A3B-5124-A39F507CBCDF}"/>
                </a:ext>
              </a:extLst>
            </p:cNvPr>
            <p:cNvSpPr/>
            <p:nvPr/>
          </p:nvSpPr>
          <p:spPr>
            <a:xfrm>
              <a:off x="9784253" y="5540579"/>
              <a:ext cx="345507" cy="313825"/>
            </a:xfrm>
            <a:custGeom>
              <a:avLst/>
              <a:gdLst>
                <a:gd name="connsiteX0" fmla="*/ 214597 w 345507"/>
                <a:gd name="connsiteY0" fmla="*/ 164983 h 313825"/>
                <a:gd name="connsiteX1" fmla="*/ 214597 w 345507"/>
                <a:gd name="connsiteY1" fmla="*/ 313826 h 313825"/>
                <a:gd name="connsiteX2" fmla="*/ 129715 w 345507"/>
                <a:gd name="connsiteY2" fmla="*/ 313826 h 313825"/>
                <a:gd name="connsiteX3" fmla="*/ 129715 w 345507"/>
                <a:gd name="connsiteY3" fmla="*/ 167374 h 313825"/>
                <a:gd name="connsiteX4" fmla="*/ 0 w 345507"/>
                <a:gd name="connsiteY4" fmla="*/ 0 h 313825"/>
                <a:gd name="connsiteX5" fmla="*/ 98631 w 345507"/>
                <a:gd name="connsiteY5" fmla="*/ 0 h 313825"/>
                <a:gd name="connsiteX6" fmla="*/ 172754 w 345507"/>
                <a:gd name="connsiteY6" fmla="*/ 105804 h 313825"/>
                <a:gd name="connsiteX7" fmla="*/ 246876 w 345507"/>
                <a:gd name="connsiteY7" fmla="*/ 0 h 313825"/>
                <a:gd name="connsiteX8" fmla="*/ 345507 w 345507"/>
                <a:gd name="connsiteY8" fmla="*/ 0 h 31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507" h="313825">
                  <a:moveTo>
                    <a:pt x="214597" y="164983"/>
                  </a:moveTo>
                  <a:lnTo>
                    <a:pt x="214597" y="313826"/>
                  </a:lnTo>
                  <a:lnTo>
                    <a:pt x="129715" y="313826"/>
                  </a:lnTo>
                  <a:lnTo>
                    <a:pt x="129715" y="167374"/>
                  </a:lnTo>
                  <a:lnTo>
                    <a:pt x="0" y="0"/>
                  </a:lnTo>
                  <a:lnTo>
                    <a:pt x="98631" y="0"/>
                  </a:lnTo>
                  <a:lnTo>
                    <a:pt x="172754" y="105804"/>
                  </a:lnTo>
                  <a:lnTo>
                    <a:pt x="246876" y="0"/>
                  </a:lnTo>
                  <a:lnTo>
                    <a:pt x="345507" y="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60CBBDCA-2909-7176-1FC4-193005F22073}"/>
                </a:ext>
              </a:extLst>
            </p:cNvPr>
            <p:cNvSpPr/>
            <p:nvPr/>
          </p:nvSpPr>
          <p:spPr>
            <a:xfrm>
              <a:off x="10207469" y="5539982"/>
              <a:ext cx="309056" cy="314423"/>
            </a:xfrm>
            <a:custGeom>
              <a:avLst/>
              <a:gdLst>
                <a:gd name="connsiteX0" fmla="*/ 270189 w 309056"/>
                <a:gd name="connsiteY0" fmla="*/ 268396 h 314423"/>
                <a:gd name="connsiteX1" fmla="*/ 191284 w 309056"/>
                <a:gd name="connsiteY1" fmla="*/ 309641 h 314423"/>
                <a:gd name="connsiteX2" fmla="*/ 135692 w 309056"/>
                <a:gd name="connsiteY2" fmla="*/ 314423 h 314423"/>
                <a:gd name="connsiteX3" fmla="*/ 0 w 309056"/>
                <a:gd name="connsiteY3" fmla="*/ 314423 h 314423"/>
                <a:gd name="connsiteX4" fmla="*/ 0 w 309056"/>
                <a:gd name="connsiteY4" fmla="*/ 0 h 314423"/>
                <a:gd name="connsiteX5" fmla="*/ 109988 w 309056"/>
                <a:gd name="connsiteY5" fmla="*/ 0 h 314423"/>
                <a:gd name="connsiteX6" fmla="*/ 141072 w 309056"/>
                <a:gd name="connsiteY6" fmla="*/ 598 h 314423"/>
                <a:gd name="connsiteX7" fmla="*/ 255843 w 309056"/>
                <a:gd name="connsiteY7" fmla="*/ 34670 h 314423"/>
                <a:gd name="connsiteX8" fmla="*/ 283340 w 309056"/>
                <a:gd name="connsiteY8" fmla="*/ 63363 h 314423"/>
                <a:gd name="connsiteX9" fmla="*/ 309044 w 309056"/>
                <a:gd name="connsiteY9" fmla="*/ 154821 h 314423"/>
                <a:gd name="connsiteX10" fmla="*/ 270189 w 309056"/>
                <a:gd name="connsiteY10" fmla="*/ 268396 h 314423"/>
                <a:gd name="connsiteX11" fmla="*/ 203239 w 309056"/>
                <a:gd name="connsiteY11" fmla="*/ 92653 h 314423"/>
                <a:gd name="connsiteX12" fmla="*/ 169167 w 309056"/>
                <a:gd name="connsiteY12" fmla="*/ 71134 h 314423"/>
                <a:gd name="connsiteX13" fmla="*/ 121944 w 309056"/>
                <a:gd name="connsiteY13" fmla="*/ 66950 h 314423"/>
                <a:gd name="connsiteX14" fmla="*/ 87273 w 309056"/>
                <a:gd name="connsiteY14" fmla="*/ 66950 h 314423"/>
                <a:gd name="connsiteX15" fmla="*/ 87273 w 309056"/>
                <a:gd name="connsiteY15" fmla="*/ 251658 h 314423"/>
                <a:gd name="connsiteX16" fmla="*/ 113575 w 309056"/>
                <a:gd name="connsiteY16" fmla="*/ 251658 h 314423"/>
                <a:gd name="connsiteX17" fmla="*/ 190687 w 309056"/>
                <a:gd name="connsiteY17" fmla="*/ 234921 h 314423"/>
                <a:gd name="connsiteX18" fmla="*/ 222368 w 309056"/>
                <a:gd name="connsiteY18" fmla="*/ 157212 h 314423"/>
                <a:gd name="connsiteX19" fmla="*/ 203239 w 309056"/>
                <a:gd name="connsiteY19" fmla="*/ 92653 h 31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9056" h="314423">
                  <a:moveTo>
                    <a:pt x="270189" y="268396"/>
                  </a:moveTo>
                  <a:cubicBezTo>
                    <a:pt x="258831" y="279753"/>
                    <a:pt x="233725" y="300675"/>
                    <a:pt x="191284" y="309641"/>
                  </a:cubicBezTo>
                  <a:cubicBezTo>
                    <a:pt x="172156" y="313826"/>
                    <a:pt x="155418" y="314423"/>
                    <a:pt x="135692" y="314423"/>
                  </a:cubicBezTo>
                  <a:lnTo>
                    <a:pt x="0" y="314423"/>
                  </a:lnTo>
                  <a:lnTo>
                    <a:pt x="0" y="0"/>
                  </a:lnTo>
                  <a:lnTo>
                    <a:pt x="109988" y="0"/>
                  </a:lnTo>
                  <a:cubicBezTo>
                    <a:pt x="120748" y="0"/>
                    <a:pt x="130910" y="0"/>
                    <a:pt x="141072" y="598"/>
                  </a:cubicBezTo>
                  <a:cubicBezTo>
                    <a:pt x="156016" y="1196"/>
                    <a:pt x="213402" y="2989"/>
                    <a:pt x="255843" y="34670"/>
                  </a:cubicBezTo>
                  <a:cubicBezTo>
                    <a:pt x="262418" y="38855"/>
                    <a:pt x="272580" y="47821"/>
                    <a:pt x="283340" y="63363"/>
                  </a:cubicBezTo>
                  <a:cubicBezTo>
                    <a:pt x="295295" y="80698"/>
                    <a:pt x="309044" y="108793"/>
                    <a:pt x="309044" y="154821"/>
                  </a:cubicBezTo>
                  <a:cubicBezTo>
                    <a:pt x="309641" y="213999"/>
                    <a:pt x="288720" y="249267"/>
                    <a:pt x="270189" y="268396"/>
                  </a:cubicBezTo>
                  <a:moveTo>
                    <a:pt x="203239" y="92653"/>
                  </a:moveTo>
                  <a:cubicBezTo>
                    <a:pt x="198457" y="87273"/>
                    <a:pt x="188295" y="76514"/>
                    <a:pt x="169167" y="71134"/>
                  </a:cubicBezTo>
                  <a:cubicBezTo>
                    <a:pt x="153027" y="66352"/>
                    <a:pt x="138083" y="66950"/>
                    <a:pt x="121944" y="66950"/>
                  </a:cubicBezTo>
                  <a:lnTo>
                    <a:pt x="87273" y="66950"/>
                  </a:lnTo>
                  <a:lnTo>
                    <a:pt x="87273" y="251658"/>
                  </a:lnTo>
                  <a:lnTo>
                    <a:pt x="113575" y="251658"/>
                  </a:lnTo>
                  <a:cubicBezTo>
                    <a:pt x="139279" y="251658"/>
                    <a:pt x="168569" y="250463"/>
                    <a:pt x="190687" y="234921"/>
                  </a:cubicBezTo>
                  <a:cubicBezTo>
                    <a:pt x="208022" y="222966"/>
                    <a:pt x="222368" y="200251"/>
                    <a:pt x="222368" y="157212"/>
                  </a:cubicBezTo>
                  <a:cubicBezTo>
                    <a:pt x="222966" y="133301"/>
                    <a:pt x="219977" y="111782"/>
                    <a:pt x="203239" y="92653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36179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|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186948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Inhoudsopgave | Wit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E279513-713A-E543-A1D8-F4682A2E1CB5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B4C5B2-4D4F-B1B7-824E-851571E6C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54B86EB7-A3D8-DA14-651D-294D35A58E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844675"/>
            <a:ext cx="5053013" cy="4321175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spcBef>
                <a:spcPts val="300"/>
              </a:spcBef>
              <a:spcAft>
                <a:spcPts val="300"/>
              </a:spcAft>
              <a:defRPr sz="1200"/>
            </a:lvl3pPr>
            <a:lvl4pPr>
              <a:spcBef>
                <a:spcPts val="300"/>
              </a:spcBef>
              <a:spcAft>
                <a:spcPts val="300"/>
              </a:spcAft>
              <a:defRPr sz="1200"/>
            </a:lvl4pPr>
            <a:lvl5pPr>
              <a:spcBef>
                <a:spcPts val="300"/>
              </a:spcBef>
              <a:spcAft>
                <a:spcPts val="300"/>
              </a:spcAft>
              <a:defRPr sz="1400"/>
            </a:lvl5pPr>
            <a:lvl6pPr>
              <a:spcBef>
                <a:spcPts val="300"/>
              </a:spcBef>
              <a:spcAft>
                <a:spcPts val="300"/>
              </a:spcAft>
              <a:defRPr sz="1400"/>
            </a:lvl6pPr>
            <a:lvl7pPr>
              <a:spcBef>
                <a:spcPts val="300"/>
              </a:spcBef>
              <a:spcAft>
                <a:spcPts val="300"/>
              </a:spcAft>
              <a:defRPr sz="1200"/>
            </a:lvl7pPr>
            <a:lvl8pPr>
              <a:spcBef>
                <a:spcPts val="300"/>
              </a:spcBef>
              <a:spcAft>
                <a:spcPts val="300"/>
              </a:spcAft>
              <a:defRPr sz="1200"/>
            </a:lvl8pPr>
            <a:lvl9pPr>
              <a:spcBef>
                <a:spcPts val="300"/>
              </a:spcBef>
              <a:spcAft>
                <a:spcPts val="300"/>
              </a:spcAft>
              <a:defRPr sz="900"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5E98DCFE-4B4E-7BFB-46F0-4D3C0470C0BE}"/>
              </a:ext>
            </a:extLst>
          </p:cNvPr>
          <p:cNvGrpSpPr/>
          <p:nvPr userDrawn="1"/>
        </p:nvGrpSpPr>
        <p:grpSpPr>
          <a:xfrm>
            <a:off x="9165003" y="2779324"/>
            <a:ext cx="3026999" cy="4081575"/>
            <a:chOff x="9294417" y="398126"/>
            <a:chExt cx="3053295" cy="4117033"/>
          </a:xfrm>
          <a:solidFill>
            <a:schemeClr val="tx1"/>
          </a:solidFill>
        </p:grpSpPr>
        <p:sp>
          <p:nvSpPr>
            <p:cNvPr id="8" name="Vrije vorm 158">
              <a:extLst>
                <a:ext uri="{FF2B5EF4-FFF2-40B4-BE49-F238E27FC236}">
                  <a16:creationId xmlns:a16="http://schemas.microsoft.com/office/drawing/2014/main" id="{B34DAAF4-9173-1E22-01E6-3945718C1DF3}"/>
                </a:ext>
              </a:extLst>
            </p:cNvPr>
            <p:cNvSpPr/>
            <p:nvPr userDrawn="1"/>
          </p:nvSpPr>
          <p:spPr>
            <a:xfrm>
              <a:off x="11318035" y="398126"/>
              <a:ext cx="1029677" cy="2059633"/>
            </a:xfrm>
            <a:custGeom>
              <a:avLst/>
              <a:gdLst>
                <a:gd name="connsiteX0" fmla="*/ 0 w 1029677"/>
                <a:gd name="connsiteY0" fmla="*/ 1029817 h 2059633"/>
                <a:gd name="connsiteX1" fmla="*/ 1029678 w 1029677"/>
                <a:gd name="connsiteY1" fmla="*/ 2059634 h 2059633"/>
                <a:gd name="connsiteX2" fmla="*/ 1029678 w 1029677"/>
                <a:gd name="connsiteY2" fmla="*/ 0 h 2059633"/>
                <a:gd name="connsiteX3" fmla="*/ 0 w 1029677"/>
                <a:gd name="connsiteY3" fmla="*/ 1029817 h 20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677" h="2059633">
                  <a:moveTo>
                    <a:pt x="0" y="1029817"/>
                  </a:moveTo>
                  <a:cubicBezTo>
                    <a:pt x="0" y="1597222"/>
                    <a:pt x="460116" y="2059634"/>
                    <a:pt x="1029678" y="2059634"/>
                  </a:cubicBezTo>
                  <a:lnTo>
                    <a:pt x="1029678" y="0"/>
                  </a:lnTo>
                  <a:cubicBezTo>
                    <a:pt x="462349" y="0"/>
                    <a:pt x="0" y="460179"/>
                    <a:pt x="0" y="1029817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159">
              <a:extLst>
                <a:ext uri="{FF2B5EF4-FFF2-40B4-BE49-F238E27FC236}">
                  <a16:creationId xmlns:a16="http://schemas.microsoft.com/office/drawing/2014/main" id="{0A9FC087-FE03-81C8-407A-8C64578AD317}"/>
                </a:ext>
              </a:extLst>
            </p:cNvPr>
            <p:cNvSpPr/>
            <p:nvPr userDrawn="1"/>
          </p:nvSpPr>
          <p:spPr>
            <a:xfrm>
              <a:off x="9294417" y="1427942"/>
              <a:ext cx="1355779" cy="676865"/>
            </a:xfrm>
            <a:custGeom>
              <a:avLst/>
              <a:gdLst>
                <a:gd name="connsiteX0" fmla="*/ 679007 w 1355779"/>
                <a:gd name="connsiteY0" fmla="*/ 676865 h 676864"/>
                <a:gd name="connsiteX1" fmla="*/ 1355780 w 1355779"/>
                <a:gd name="connsiteY1" fmla="*/ 0 h 676864"/>
                <a:gd name="connsiteX2" fmla="*/ 0 w 1355779"/>
                <a:gd name="connsiteY2" fmla="*/ 0 h 676864"/>
                <a:gd name="connsiteX3" fmla="*/ 679007 w 1355779"/>
                <a:gd name="connsiteY3" fmla="*/ 676865 h 67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779" h="676864">
                  <a:moveTo>
                    <a:pt x="679007" y="676865"/>
                  </a:moveTo>
                  <a:cubicBezTo>
                    <a:pt x="1054247" y="676865"/>
                    <a:pt x="1355780" y="373057"/>
                    <a:pt x="1355780" y="0"/>
                  </a:cubicBezTo>
                  <a:lnTo>
                    <a:pt x="0" y="0"/>
                  </a:lnTo>
                  <a:cubicBezTo>
                    <a:pt x="0" y="375291"/>
                    <a:pt x="303766" y="676865"/>
                    <a:pt x="679007" y="676865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160">
              <a:extLst>
                <a:ext uri="{FF2B5EF4-FFF2-40B4-BE49-F238E27FC236}">
                  <a16:creationId xmlns:a16="http://schemas.microsoft.com/office/drawing/2014/main" id="{D4996F09-D7F7-3F72-A320-63848D5AB493}"/>
                </a:ext>
              </a:extLst>
            </p:cNvPr>
            <p:cNvSpPr/>
            <p:nvPr userDrawn="1"/>
          </p:nvSpPr>
          <p:spPr>
            <a:xfrm>
              <a:off x="10775277" y="2922406"/>
              <a:ext cx="1572435" cy="1592753"/>
            </a:xfrm>
            <a:custGeom>
              <a:avLst/>
              <a:gdLst>
                <a:gd name="connsiteX0" fmla="*/ 0 w 1572435"/>
                <a:gd name="connsiteY0" fmla="*/ 1592754 h 1592753"/>
                <a:gd name="connsiteX1" fmla="*/ 1572436 w 1572435"/>
                <a:gd name="connsiteY1" fmla="*/ 1592754 h 1592753"/>
                <a:gd name="connsiteX2" fmla="*/ 1572436 w 1572435"/>
                <a:gd name="connsiteY2" fmla="*/ 0 h 159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2435" h="1592753">
                  <a:moveTo>
                    <a:pt x="0" y="1592754"/>
                  </a:moveTo>
                  <a:lnTo>
                    <a:pt x="1572436" y="1592754"/>
                  </a:lnTo>
                  <a:lnTo>
                    <a:pt x="1572436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161">
              <a:extLst>
                <a:ext uri="{FF2B5EF4-FFF2-40B4-BE49-F238E27FC236}">
                  <a16:creationId xmlns:a16="http://schemas.microsoft.com/office/drawing/2014/main" id="{C5F01066-7A39-FDE4-1404-0E0516198F59}"/>
                </a:ext>
              </a:extLst>
            </p:cNvPr>
            <p:cNvSpPr/>
            <p:nvPr userDrawn="1"/>
          </p:nvSpPr>
          <p:spPr>
            <a:xfrm>
              <a:off x="9633921" y="3583633"/>
              <a:ext cx="676772" cy="931526"/>
            </a:xfrm>
            <a:custGeom>
              <a:avLst/>
              <a:gdLst>
                <a:gd name="connsiteX0" fmla="*/ 0 w 676772"/>
                <a:gd name="connsiteY0" fmla="*/ 0 h 931526"/>
                <a:gd name="connsiteX1" fmla="*/ 676773 w 676772"/>
                <a:gd name="connsiteY1" fmla="*/ 0 h 931526"/>
                <a:gd name="connsiteX2" fmla="*/ 676773 w 676772"/>
                <a:gd name="connsiteY2" fmla="*/ 931526 h 931526"/>
                <a:gd name="connsiteX3" fmla="*/ 0 w 676772"/>
                <a:gd name="connsiteY3" fmla="*/ 931526 h 93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931526">
                  <a:moveTo>
                    <a:pt x="0" y="0"/>
                  </a:moveTo>
                  <a:lnTo>
                    <a:pt x="676773" y="0"/>
                  </a:lnTo>
                  <a:lnTo>
                    <a:pt x="676773" y="931526"/>
                  </a:lnTo>
                  <a:lnTo>
                    <a:pt x="0" y="931526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 162">
              <a:extLst>
                <a:ext uri="{FF2B5EF4-FFF2-40B4-BE49-F238E27FC236}">
                  <a16:creationId xmlns:a16="http://schemas.microsoft.com/office/drawing/2014/main" id="{AB143AB6-6B20-FF46-7383-9161C81ACFEE}"/>
                </a:ext>
              </a:extLst>
            </p:cNvPr>
            <p:cNvSpPr/>
            <p:nvPr userDrawn="1"/>
          </p:nvSpPr>
          <p:spPr>
            <a:xfrm>
              <a:off x="10306226" y="2922406"/>
              <a:ext cx="687940" cy="688033"/>
            </a:xfrm>
            <a:custGeom>
              <a:avLst/>
              <a:gdLst>
                <a:gd name="connsiteX0" fmla="*/ 343970 w 687940"/>
                <a:gd name="connsiteY0" fmla="*/ 0 h 688033"/>
                <a:gd name="connsiteX1" fmla="*/ 0 w 687940"/>
                <a:gd name="connsiteY1" fmla="*/ 344017 h 688033"/>
                <a:gd name="connsiteX2" fmla="*/ 343970 w 687940"/>
                <a:gd name="connsiteY2" fmla="*/ 688034 h 688033"/>
                <a:gd name="connsiteX3" fmla="*/ 687941 w 687940"/>
                <a:gd name="connsiteY3" fmla="*/ 344017 h 688033"/>
                <a:gd name="connsiteX4" fmla="*/ 343970 w 687940"/>
                <a:gd name="connsiteY4" fmla="*/ 0 h 68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940" h="688033">
                  <a:moveTo>
                    <a:pt x="343970" y="0"/>
                  </a:moveTo>
                  <a:cubicBezTo>
                    <a:pt x="154116" y="0"/>
                    <a:pt x="0" y="154137"/>
                    <a:pt x="0" y="344017"/>
                  </a:cubicBezTo>
                  <a:cubicBezTo>
                    <a:pt x="0" y="533896"/>
                    <a:pt x="154116" y="688034"/>
                    <a:pt x="343970" y="688034"/>
                  </a:cubicBezTo>
                  <a:cubicBezTo>
                    <a:pt x="533824" y="688034"/>
                    <a:pt x="687941" y="533896"/>
                    <a:pt x="687941" y="344017"/>
                  </a:cubicBezTo>
                  <a:cubicBezTo>
                    <a:pt x="685707" y="154137"/>
                    <a:pt x="533824" y="0"/>
                    <a:pt x="343970" y="0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55021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|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207576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Inhoudsopgave | Zwart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C329C4E-41A2-574D-B8FF-478A5B83282F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B4C5B2-4D4F-B1B7-824E-851571E6C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Inhoudsopgave</a:t>
            </a:r>
          </a:p>
        </p:txBody>
      </p:sp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54B86EB7-A3D8-DA14-651D-294D35A58E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844675"/>
            <a:ext cx="5053013" cy="4321175"/>
          </a:xfrm>
        </p:spPr>
        <p:txBody>
          <a:bodyPr/>
          <a:lstStyle>
            <a:lvl1pPr>
              <a:spcBef>
                <a:spcPts val="300"/>
              </a:spcBef>
              <a:spcAft>
                <a:spcPts val="300"/>
              </a:spcAft>
              <a:defRPr sz="1200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200"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200"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bg1"/>
                </a:solidFill>
              </a:defRPr>
            </a:lvl5pPr>
            <a:lvl6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bg1"/>
                </a:solidFill>
              </a:defRPr>
            </a:lvl6pPr>
            <a:lvl7pPr>
              <a:spcBef>
                <a:spcPts val="300"/>
              </a:spcBef>
              <a:spcAft>
                <a:spcPts val="300"/>
              </a:spcAft>
              <a:defRPr sz="1200">
                <a:solidFill>
                  <a:schemeClr val="bg1"/>
                </a:solidFill>
              </a:defRPr>
            </a:lvl7pPr>
            <a:lvl8pPr>
              <a:spcBef>
                <a:spcPts val="300"/>
              </a:spcBef>
              <a:spcAft>
                <a:spcPts val="300"/>
              </a:spcAft>
              <a:defRPr sz="1200">
                <a:solidFill>
                  <a:schemeClr val="bg1"/>
                </a:solidFill>
              </a:defRPr>
            </a:lvl8pPr>
            <a:lvl9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6BFFBFE4-4811-4E71-6B38-0847D14C656B}"/>
              </a:ext>
            </a:extLst>
          </p:cNvPr>
          <p:cNvGrpSpPr/>
          <p:nvPr userDrawn="1"/>
        </p:nvGrpSpPr>
        <p:grpSpPr>
          <a:xfrm>
            <a:off x="9481785" y="-1"/>
            <a:ext cx="2710215" cy="6860732"/>
            <a:chOff x="9481784" y="-1"/>
            <a:chExt cx="2710215" cy="6860732"/>
          </a:xfrm>
          <a:solidFill>
            <a:schemeClr val="bg1"/>
          </a:solidFill>
        </p:grpSpPr>
        <p:sp>
          <p:nvSpPr>
            <p:cNvPr id="8" name="Vrije vorm 7">
              <a:extLst>
                <a:ext uri="{FF2B5EF4-FFF2-40B4-BE49-F238E27FC236}">
                  <a16:creationId xmlns:a16="http://schemas.microsoft.com/office/drawing/2014/main" id="{49DCAA97-659B-1B69-1C93-B00367315C7F}"/>
                </a:ext>
              </a:extLst>
            </p:cNvPr>
            <p:cNvSpPr/>
            <p:nvPr userDrawn="1"/>
          </p:nvSpPr>
          <p:spPr>
            <a:xfrm>
              <a:off x="9481784" y="6165850"/>
              <a:ext cx="694787" cy="694881"/>
            </a:xfrm>
            <a:custGeom>
              <a:avLst/>
              <a:gdLst>
                <a:gd name="connsiteX0" fmla="*/ 687771 w 687771"/>
                <a:gd name="connsiteY0" fmla="*/ 343932 h 687864"/>
                <a:gd name="connsiteX1" fmla="*/ 343886 w 687771"/>
                <a:gd name="connsiteY1" fmla="*/ 687864 h 687864"/>
                <a:gd name="connsiteX2" fmla="*/ 0 w 687771"/>
                <a:gd name="connsiteY2" fmla="*/ 343932 h 687864"/>
                <a:gd name="connsiteX3" fmla="*/ 343886 w 687771"/>
                <a:gd name="connsiteY3" fmla="*/ 0 h 687864"/>
                <a:gd name="connsiteX4" fmla="*/ 687771 w 687771"/>
                <a:gd name="connsiteY4" fmla="*/ 343932 h 6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771" h="687864">
                  <a:moveTo>
                    <a:pt x="687771" y="343932"/>
                  </a:moveTo>
                  <a:cubicBezTo>
                    <a:pt x="687771" y="533880"/>
                    <a:pt x="533809" y="687864"/>
                    <a:pt x="343886" y="687864"/>
                  </a:cubicBezTo>
                  <a:cubicBezTo>
                    <a:pt x="153963" y="687864"/>
                    <a:pt x="0" y="533880"/>
                    <a:pt x="0" y="343932"/>
                  </a:cubicBezTo>
                  <a:cubicBezTo>
                    <a:pt x="0" y="153983"/>
                    <a:pt x="153963" y="0"/>
                    <a:pt x="343886" y="0"/>
                  </a:cubicBezTo>
                  <a:cubicBezTo>
                    <a:pt x="533809" y="0"/>
                    <a:pt x="687771" y="153983"/>
                    <a:pt x="687771" y="343932"/>
                  </a:cubicBezTo>
                  <a:close/>
                </a:path>
              </a:pathLst>
            </a:custGeom>
            <a:grpFill/>
            <a:ln w="22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14">
              <a:extLst>
                <a:ext uri="{FF2B5EF4-FFF2-40B4-BE49-F238E27FC236}">
                  <a16:creationId xmlns:a16="http://schemas.microsoft.com/office/drawing/2014/main" id="{4EEE6B49-673B-2F7A-5ED4-8453B9E3E74B}"/>
                </a:ext>
              </a:extLst>
            </p:cNvPr>
            <p:cNvSpPr/>
            <p:nvPr userDrawn="1"/>
          </p:nvSpPr>
          <p:spPr>
            <a:xfrm>
              <a:off x="11496674" y="3411314"/>
              <a:ext cx="695325" cy="704599"/>
            </a:xfrm>
            <a:custGeom>
              <a:avLst/>
              <a:gdLst>
                <a:gd name="connsiteX0" fmla="*/ 0 w 676589"/>
                <a:gd name="connsiteY0" fmla="*/ 0 h 685613"/>
                <a:gd name="connsiteX1" fmla="*/ 676589 w 676589"/>
                <a:gd name="connsiteY1" fmla="*/ 0 h 685613"/>
                <a:gd name="connsiteX2" fmla="*/ 676589 w 676589"/>
                <a:gd name="connsiteY2" fmla="*/ 685614 h 685613"/>
                <a:gd name="connsiteX3" fmla="*/ 0 w 676589"/>
                <a:gd name="connsiteY3" fmla="*/ 685614 h 68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589" h="685613">
                  <a:moveTo>
                    <a:pt x="0" y="0"/>
                  </a:moveTo>
                  <a:lnTo>
                    <a:pt x="676589" y="0"/>
                  </a:lnTo>
                  <a:lnTo>
                    <a:pt x="676589" y="685614"/>
                  </a:lnTo>
                  <a:lnTo>
                    <a:pt x="0" y="68561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15">
              <a:extLst>
                <a:ext uri="{FF2B5EF4-FFF2-40B4-BE49-F238E27FC236}">
                  <a16:creationId xmlns:a16="http://schemas.microsoft.com/office/drawing/2014/main" id="{52EBDD11-68D7-7F0F-2C6F-93B1923BBED6}"/>
                </a:ext>
              </a:extLst>
            </p:cNvPr>
            <p:cNvSpPr/>
            <p:nvPr userDrawn="1"/>
          </p:nvSpPr>
          <p:spPr>
            <a:xfrm>
              <a:off x="10820958" y="2043278"/>
              <a:ext cx="676588" cy="1366760"/>
            </a:xfrm>
            <a:custGeom>
              <a:avLst/>
              <a:gdLst>
                <a:gd name="connsiteX0" fmla="*/ 0 w 676588"/>
                <a:gd name="connsiteY0" fmla="*/ 683380 h 1366760"/>
                <a:gd name="connsiteX1" fmla="*/ 676589 w 676588"/>
                <a:gd name="connsiteY1" fmla="*/ 1366761 h 1366760"/>
                <a:gd name="connsiteX2" fmla="*/ 676589 w 676588"/>
                <a:gd name="connsiteY2" fmla="*/ 0 h 1366760"/>
                <a:gd name="connsiteX3" fmla="*/ 0 w 676588"/>
                <a:gd name="connsiteY3" fmla="*/ 683380 h 136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588" h="1366760">
                  <a:moveTo>
                    <a:pt x="0" y="683380"/>
                  </a:moveTo>
                  <a:cubicBezTo>
                    <a:pt x="0" y="1060803"/>
                    <a:pt x="303684" y="1366761"/>
                    <a:pt x="676589" y="1366761"/>
                  </a:cubicBezTo>
                  <a:lnTo>
                    <a:pt x="676589" y="0"/>
                  </a:lnTo>
                  <a:cubicBezTo>
                    <a:pt x="303684" y="0"/>
                    <a:pt x="0" y="305958"/>
                    <a:pt x="0" y="683380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16">
              <a:extLst>
                <a:ext uri="{FF2B5EF4-FFF2-40B4-BE49-F238E27FC236}">
                  <a16:creationId xmlns:a16="http://schemas.microsoft.com/office/drawing/2014/main" id="{37BFCA3C-DABB-5983-AF46-8990DF0B3BBE}"/>
                </a:ext>
              </a:extLst>
            </p:cNvPr>
            <p:cNvSpPr/>
            <p:nvPr userDrawn="1"/>
          </p:nvSpPr>
          <p:spPr>
            <a:xfrm>
              <a:off x="10820958" y="-1"/>
              <a:ext cx="1371041" cy="1371227"/>
            </a:xfrm>
            <a:custGeom>
              <a:avLst/>
              <a:gdLst>
                <a:gd name="connsiteX0" fmla="*/ 0 w 1371041"/>
                <a:gd name="connsiteY0" fmla="*/ 0 h 1371227"/>
                <a:gd name="connsiteX1" fmla="*/ 1371042 w 1371041"/>
                <a:gd name="connsiteY1" fmla="*/ 1371227 h 1371227"/>
                <a:gd name="connsiteX2" fmla="*/ 1371042 w 1371041"/>
                <a:gd name="connsiteY2" fmla="*/ 0 h 137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041" h="1371227">
                  <a:moveTo>
                    <a:pt x="0" y="0"/>
                  </a:moveTo>
                  <a:lnTo>
                    <a:pt x="1371042" y="1371227"/>
                  </a:lnTo>
                  <a:lnTo>
                    <a:pt x="1371042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78F5D10B-1D59-34C4-7B38-8DEBF14BCF90}"/>
                </a:ext>
              </a:extLst>
            </p:cNvPr>
            <p:cNvSpPr/>
            <p:nvPr userDrawn="1"/>
          </p:nvSpPr>
          <p:spPr>
            <a:xfrm>
              <a:off x="10836589" y="6165849"/>
              <a:ext cx="1355410" cy="692519"/>
            </a:xfrm>
            <a:custGeom>
              <a:avLst/>
              <a:gdLst>
                <a:gd name="connsiteX0" fmla="*/ 0 w 1355410"/>
                <a:gd name="connsiteY0" fmla="*/ 0 h 685613"/>
                <a:gd name="connsiteX1" fmla="*/ 1355411 w 1355410"/>
                <a:gd name="connsiteY1" fmla="*/ 0 h 685613"/>
                <a:gd name="connsiteX2" fmla="*/ 1355411 w 1355410"/>
                <a:gd name="connsiteY2" fmla="*/ 685614 h 685613"/>
                <a:gd name="connsiteX3" fmla="*/ 0 w 1355410"/>
                <a:gd name="connsiteY3" fmla="*/ 685614 h 68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410" h="685613">
                  <a:moveTo>
                    <a:pt x="0" y="0"/>
                  </a:moveTo>
                  <a:lnTo>
                    <a:pt x="1355411" y="0"/>
                  </a:lnTo>
                  <a:lnTo>
                    <a:pt x="1355411" y="685614"/>
                  </a:lnTo>
                  <a:lnTo>
                    <a:pt x="0" y="68561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 18">
              <a:extLst>
                <a:ext uri="{FF2B5EF4-FFF2-40B4-BE49-F238E27FC236}">
                  <a16:creationId xmlns:a16="http://schemas.microsoft.com/office/drawing/2014/main" id="{40082C9C-D5C3-333C-59F5-5EB297535DF5}"/>
                </a:ext>
              </a:extLst>
            </p:cNvPr>
            <p:cNvSpPr/>
            <p:nvPr userDrawn="1"/>
          </p:nvSpPr>
          <p:spPr>
            <a:xfrm>
              <a:off x="9485643" y="4814722"/>
              <a:ext cx="1350945" cy="1351127"/>
            </a:xfrm>
            <a:custGeom>
              <a:avLst/>
              <a:gdLst>
                <a:gd name="connsiteX0" fmla="*/ 0 w 1350945"/>
                <a:gd name="connsiteY0" fmla="*/ 0 h 1351127"/>
                <a:gd name="connsiteX1" fmla="*/ 1350945 w 1350945"/>
                <a:gd name="connsiteY1" fmla="*/ 0 h 1351127"/>
                <a:gd name="connsiteX2" fmla="*/ 1350945 w 1350945"/>
                <a:gd name="connsiteY2" fmla="*/ 1351128 h 1351127"/>
                <a:gd name="connsiteX3" fmla="*/ 0 w 1350945"/>
                <a:gd name="connsiteY3" fmla="*/ 1351128 h 135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0945" h="1351127">
                  <a:moveTo>
                    <a:pt x="0" y="0"/>
                  </a:moveTo>
                  <a:lnTo>
                    <a:pt x="1350945" y="0"/>
                  </a:lnTo>
                  <a:lnTo>
                    <a:pt x="1350945" y="1351128"/>
                  </a:lnTo>
                  <a:lnTo>
                    <a:pt x="0" y="1351128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05917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Roo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71072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Rood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3A1EE719-C17D-A9C7-C780-4346813027A1}"/>
              </a:ext>
            </a:extLst>
          </p:cNvPr>
          <p:cNvGrpSpPr/>
          <p:nvPr userDrawn="1"/>
        </p:nvGrpSpPr>
        <p:grpSpPr>
          <a:xfrm>
            <a:off x="9165003" y="289266"/>
            <a:ext cx="3026999" cy="4081575"/>
            <a:chOff x="9294417" y="398126"/>
            <a:chExt cx="3053295" cy="4117033"/>
          </a:xfrm>
        </p:grpSpPr>
        <p:sp>
          <p:nvSpPr>
            <p:cNvPr id="159" name="Vrije vorm 158">
              <a:extLst>
                <a:ext uri="{FF2B5EF4-FFF2-40B4-BE49-F238E27FC236}">
                  <a16:creationId xmlns:a16="http://schemas.microsoft.com/office/drawing/2014/main" id="{C67629D1-61A7-1B77-F174-84C56C1C255F}"/>
                </a:ext>
              </a:extLst>
            </p:cNvPr>
            <p:cNvSpPr/>
            <p:nvPr userDrawn="1"/>
          </p:nvSpPr>
          <p:spPr>
            <a:xfrm>
              <a:off x="11318035" y="398126"/>
              <a:ext cx="1029677" cy="2059633"/>
            </a:xfrm>
            <a:custGeom>
              <a:avLst/>
              <a:gdLst>
                <a:gd name="connsiteX0" fmla="*/ 0 w 1029677"/>
                <a:gd name="connsiteY0" fmla="*/ 1029817 h 2059633"/>
                <a:gd name="connsiteX1" fmla="*/ 1029678 w 1029677"/>
                <a:gd name="connsiteY1" fmla="*/ 2059634 h 2059633"/>
                <a:gd name="connsiteX2" fmla="*/ 1029678 w 1029677"/>
                <a:gd name="connsiteY2" fmla="*/ 0 h 2059633"/>
                <a:gd name="connsiteX3" fmla="*/ 0 w 1029677"/>
                <a:gd name="connsiteY3" fmla="*/ 1029817 h 20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677" h="2059633">
                  <a:moveTo>
                    <a:pt x="0" y="1029817"/>
                  </a:moveTo>
                  <a:cubicBezTo>
                    <a:pt x="0" y="1597222"/>
                    <a:pt x="460116" y="2059634"/>
                    <a:pt x="1029678" y="2059634"/>
                  </a:cubicBezTo>
                  <a:lnTo>
                    <a:pt x="1029678" y="0"/>
                  </a:lnTo>
                  <a:cubicBezTo>
                    <a:pt x="462349" y="0"/>
                    <a:pt x="0" y="460179"/>
                    <a:pt x="0" y="1029817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0" name="Vrije vorm 159">
              <a:extLst>
                <a:ext uri="{FF2B5EF4-FFF2-40B4-BE49-F238E27FC236}">
                  <a16:creationId xmlns:a16="http://schemas.microsoft.com/office/drawing/2014/main" id="{795B1F89-943F-EB05-205C-00689A979559}"/>
                </a:ext>
              </a:extLst>
            </p:cNvPr>
            <p:cNvSpPr/>
            <p:nvPr userDrawn="1"/>
          </p:nvSpPr>
          <p:spPr>
            <a:xfrm>
              <a:off x="9294417" y="1427942"/>
              <a:ext cx="1355779" cy="676865"/>
            </a:xfrm>
            <a:custGeom>
              <a:avLst/>
              <a:gdLst>
                <a:gd name="connsiteX0" fmla="*/ 679007 w 1355779"/>
                <a:gd name="connsiteY0" fmla="*/ 676865 h 676864"/>
                <a:gd name="connsiteX1" fmla="*/ 1355780 w 1355779"/>
                <a:gd name="connsiteY1" fmla="*/ 0 h 676864"/>
                <a:gd name="connsiteX2" fmla="*/ 0 w 1355779"/>
                <a:gd name="connsiteY2" fmla="*/ 0 h 676864"/>
                <a:gd name="connsiteX3" fmla="*/ 679007 w 1355779"/>
                <a:gd name="connsiteY3" fmla="*/ 676865 h 67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779" h="676864">
                  <a:moveTo>
                    <a:pt x="679007" y="676865"/>
                  </a:moveTo>
                  <a:cubicBezTo>
                    <a:pt x="1054247" y="676865"/>
                    <a:pt x="1355780" y="373057"/>
                    <a:pt x="1355780" y="0"/>
                  </a:cubicBezTo>
                  <a:lnTo>
                    <a:pt x="0" y="0"/>
                  </a:lnTo>
                  <a:cubicBezTo>
                    <a:pt x="0" y="375291"/>
                    <a:pt x="303766" y="676865"/>
                    <a:pt x="679007" y="676865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1" name="Vrije vorm 160">
              <a:extLst>
                <a:ext uri="{FF2B5EF4-FFF2-40B4-BE49-F238E27FC236}">
                  <a16:creationId xmlns:a16="http://schemas.microsoft.com/office/drawing/2014/main" id="{D0C59DFC-FF30-6F03-9DF0-DB28539DA071}"/>
                </a:ext>
              </a:extLst>
            </p:cNvPr>
            <p:cNvSpPr/>
            <p:nvPr userDrawn="1"/>
          </p:nvSpPr>
          <p:spPr>
            <a:xfrm>
              <a:off x="10775277" y="2922406"/>
              <a:ext cx="1572435" cy="1592753"/>
            </a:xfrm>
            <a:custGeom>
              <a:avLst/>
              <a:gdLst>
                <a:gd name="connsiteX0" fmla="*/ 0 w 1572435"/>
                <a:gd name="connsiteY0" fmla="*/ 1592754 h 1592753"/>
                <a:gd name="connsiteX1" fmla="*/ 1572436 w 1572435"/>
                <a:gd name="connsiteY1" fmla="*/ 1592754 h 1592753"/>
                <a:gd name="connsiteX2" fmla="*/ 1572436 w 1572435"/>
                <a:gd name="connsiteY2" fmla="*/ 0 h 159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2435" h="1592753">
                  <a:moveTo>
                    <a:pt x="0" y="1592754"/>
                  </a:moveTo>
                  <a:lnTo>
                    <a:pt x="1572436" y="1592754"/>
                  </a:lnTo>
                  <a:lnTo>
                    <a:pt x="1572436" y="0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2" name="Vrije vorm 161">
              <a:extLst>
                <a:ext uri="{FF2B5EF4-FFF2-40B4-BE49-F238E27FC236}">
                  <a16:creationId xmlns:a16="http://schemas.microsoft.com/office/drawing/2014/main" id="{D2AF2E9F-00C7-1955-EC48-FBD33FEC8933}"/>
                </a:ext>
              </a:extLst>
            </p:cNvPr>
            <p:cNvSpPr/>
            <p:nvPr userDrawn="1"/>
          </p:nvSpPr>
          <p:spPr>
            <a:xfrm>
              <a:off x="9633921" y="3583633"/>
              <a:ext cx="676772" cy="931526"/>
            </a:xfrm>
            <a:custGeom>
              <a:avLst/>
              <a:gdLst>
                <a:gd name="connsiteX0" fmla="*/ 0 w 676772"/>
                <a:gd name="connsiteY0" fmla="*/ 0 h 931526"/>
                <a:gd name="connsiteX1" fmla="*/ 676773 w 676772"/>
                <a:gd name="connsiteY1" fmla="*/ 0 h 931526"/>
                <a:gd name="connsiteX2" fmla="*/ 676773 w 676772"/>
                <a:gd name="connsiteY2" fmla="*/ 931526 h 931526"/>
                <a:gd name="connsiteX3" fmla="*/ 0 w 676772"/>
                <a:gd name="connsiteY3" fmla="*/ 931526 h 93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931526">
                  <a:moveTo>
                    <a:pt x="0" y="0"/>
                  </a:moveTo>
                  <a:lnTo>
                    <a:pt x="676773" y="0"/>
                  </a:lnTo>
                  <a:lnTo>
                    <a:pt x="676773" y="931526"/>
                  </a:lnTo>
                  <a:lnTo>
                    <a:pt x="0" y="931526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3" name="Vrije vorm 162">
              <a:extLst>
                <a:ext uri="{FF2B5EF4-FFF2-40B4-BE49-F238E27FC236}">
                  <a16:creationId xmlns:a16="http://schemas.microsoft.com/office/drawing/2014/main" id="{3B955B46-C46C-B4E5-375F-76E86268E77D}"/>
                </a:ext>
              </a:extLst>
            </p:cNvPr>
            <p:cNvSpPr/>
            <p:nvPr userDrawn="1"/>
          </p:nvSpPr>
          <p:spPr>
            <a:xfrm>
              <a:off x="10306226" y="2922406"/>
              <a:ext cx="687940" cy="688033"/>
            </a:xfrm>
            <a:custGeom>
              <a:avLst/>
              <a:gdLst>
                <a:gd name="connsiteX0" fmla="*/ 343970 w 687940"/>
                <a:gd name="connsiteY0" fmla="*/ 0 h 688033"/>
                <a:gd name="connsiteX1" fmla="*/ 0 w 687940"/>
                <a:gd name="connsiteY1" fmla="*/ 344017 h 688033"/>
                <a:gd name="connsiteX2" fmla="*/ 343970 w 687940"/>
                <a:gd name="connsiteY2" fmla="*/ 688034 h 688033"/>
                <a:gd name="connsiteX3" fmla="*/ 687941 w 687940"/>
                <a:gd name="connsiteY3" fmla="*/ 344017 h 688033"/>
                <a:gd name="connsiteX4" fmla="*/ 343970 w 687940"/>
                <a:gd name="connsiteY4" fmla="*/ 0 h 68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940" h="688033">
                  <a:moveTo>
                    <a:pt x="343970" y="0"/>
                  </a:moveTo>
                  <a:cubicBezTo>
                    <a:pt x="154116" y="0"/>
                    <a:pt x="0" y="154137"/>
                    <a:pt x="0" y="344017"/>
                  </a:cubicBezTo>
                  <a:cubicBezTo>
                    <a:pt x="0" y="533896"/>
                    <a:pt x="154116" y="688034"/>
                    <a:pt x="343970" y="688034"/>
                  </a:cubicBezTo>
                  <a:cubicBezTo>
                    <a:pt x="533824" y="688034"/>
                    <a:pt x="687941" y="533896"/>
                    <a:pt x="687941" y="344017"/>
                  </a:cubicBezTo>
                  <a:cubicBezTo>
                    <a:pt x="685707" y="154137"/>
                    <a:pt x="533824" y="0"/>
                    <a:pt x="343970" y="0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4640-2F38-5143-9025-CFBD8301C867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129" name="Groep 128">
            <a:extLst>
              <a:ext uri="{FF2B5EF4-FFF2-40B4-BE49-F238E27FC236}">
                <a16:creationId xmlns:a16="http://schemas.microsoft.com/office/drawing/2014/main" id="{1A17ED6D-F5A4-F93F-EE84-DE7C330DA69A}"/>
              </a:ext>
            </a:extLst>
          </p:cNvPr>
          <p:cNvGrpSpPr/>
          <p:nvPr userDrawn="1"/>
        </p:nvGrpSpPr>
        <p:grpSpPr>
          <a:xfrm>
            <a:off x="-3786437" y="1"/>
            <a:ext cx="3593091" cy="1123349"/>
            <a:chOff x="-3786437" y="1"/>
            <a:chExt cx="3593091" cy="1123349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6F191293-26D0-8D4A-65E0-D2C272AAAB7C}"/>
                </a:ext>
              </a:extLst>
            </p:cNvPr>
            <p:cNvSpPr/>
            <p:nvPr userDrawn="1"/>
          </p:nvSpPr>
          <p:spPr>
            <a:xfrm>
              <a:off x="-3786437" y="1"/>
              <a:ext cx="3593091" cy="9859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Kleuren van de tekst niet veranderen</a:t>
              </a: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9B7EF248-C3AD-4444-27D9-9FF2BB1B2CC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E6DF9534-2ABA-37A1-6116-81C884AB01E4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De kleur van de titels moet zo blijven zodat deze slide goed in de huisstijl blijft staan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27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69366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Zwart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7DCC-890E-DD4A-A3E5-8CEA01C5F127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150" name="Groep 149">
            <a:extLst>
              <a:ext uri="{FF2B5EF4-FFF2-40B4-BE49-F238E27FC236}">
                <a16:creationId xmlns:a16="http://schemas.microsoft.com/office/drawing/2014/main" id="{473019A3-6344-F95D-F5D4-2FFD19D3EF93}"/>
              </a:ext>
            </a:extLst>
          </p:cNvPr>
          <p:cNvGrpSpPr/>
          <p:nvPr userDrawn="1"/>
        </p:nvGrpSpPr>
        <p:grpSpPr>
          <a:xfrm>
            <a:off x="9481519" y="0"/>
            <a:ext cx="2713792" cy="4117032"/>
            <a:chOff x="9481519" y="0"/>
            <a:chExt cx="2713792" cy="4117032"/>
          </a:xfrm>
        </p:grpSpPr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B32064A5-B701-DB58-C043-DC1D1C7E7471}"/>
                </a:ext>
              </a:extLst>
            </p:cNvPr>
            <p:cNvSpPr/>
            <p:nvPr userDrawn="1"/>
          </p:nvSpPr>
          <p:spPr>
            <a:xfrm>
              <a:off x="11496675" y="3409077"/>
              <a:ext cx="698636" cy="707955"/>
            </a:xfrm>
            <a:custGeom>
              <a:avLst/>
              <a:gdLst>
                <a:gd name="connsiteX0" fmla="*/ 0 w 676772"/>
                <a:gd name="connsiteY0" fmla="*/ 0 h 685799"/>
                <a:gd name="connsiteX1" fmla="*/ 676773 w 676772"/>
                <a:gd name="connsiteY1" fmla="*/ 0 h 685799"/>
                <a:gd name="connsiteX2" fmla="*/ 676773 w 676772"/>
                <a:gd name="connsiteY2" fmla="*/ 685800 h 685799"/>
                <a:gd name="connsiteX3" fmla="*/ 0 w 676772"/>
                <a:gd name="connsiteY3" fmla="*/ 685800 h 68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685799">
                  <a:moveTo>
                    <a:pt x="0" y="0"/>
                  </a:moveTo>
                  <a:lnTo>
                    <a:pt x="676773" y="0"/>
                  </a:lnTo>
                  <a:lnTo>
                    <a:pt x="676773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Vrije vorm 146">
              <a:extLst>
                <a:ext uri="{FF2B5EF4-FFF2-40B4-BE49-F238E27FC236}">
                  <a16:creationId xmlns:a16="http://schemas.microsoft.com/office/drawing/2014/main" id="{E3E74AC6-52F4-310A-F9E0-CA483ABBD7F6}"/>
                </a:ext>
              </a:extLst>
            </p:cNvPr>
            <p:cNvSpPr/>
            <p:nvPr userDrawn="1"/>
          </p:nvSpPr>
          <p:spPr>
            <a:xfrm>
              <a:off x="10819903" y="2041945"/>
              <a:ext cx="676772" cy="1367132"/>
            </a:xfrm>
            <a:custGeom>
              <a:avLst/>
              <a:gdLst>
                <a:gd name="connsiteX0" fmla="*/ 0 w 676772"/>
                <a:gd name="connsiteY0" fmla="*/ 683566 h 1367132"/>
                <a:gd name="connsiteX1" fmla="*/ 676773 w 676772"/>
                <a:gd name="connsiteY1" fmla="*/ 1367132 h 1367132"/>
                <a:gd name="connsiteX2" fmla="*/ 676773 w 676772"/>
                <a:gd name="connsiteY2" fmla="*/ 0 h 1367132"/>
                <a:gd name="connsiteX3" fmla="*/ 0 w 676772"/>
                <a:gd name="connsiteY3" fmla="*/ 683566 h 136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1367132">
                  <a:moveTo>
                    <a:pt x="0" y="683566"/>
                  </a:moveTo>
                  <a:cubicBezTo>
                    <a:pt x="0" y="1061091"/>
                    <a:pt x="303766" y="1367132"/>
                    <a:pt x="676773" y="1367132"/>
                  </a:cubicBezTo>
                  <a:lnTo>
                    <a:pt x="676773" y="0"/>
                  </a:lnTo>
                  <a:cubicBezTo>
                    <a:pt x="303766" y="0"/>
                    <a:pt x="0" y="306041"/>
                    <a:pt x="0" y="683566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" name="Vrije vorm 147">
              <a:extLst>
                <a:ext uri="{FF2B5EF4-FFF2-40B4-BE49-F238E27FC236}">
                  <a16:creationId xmlns:a16="http://schemas.microsoft.com/office/drawing/2014/main" id="{90EC2FFA-7F6E-7909-1BC2-9BF8D30CF345}"/>
                </a:ext>
              </a:extLst>
            </p:cNvPr>
            <p:cNvSpPr/>
            <p:nvPr userDrawn="1"/>
          </p:nvSpPr>
          <p:spPr>
            <a:xfrm>
              <a:off x="10823897" y="0"/>
              <a:ext cx="1371414" cy="1371600"/>
            </a:xfrm>
            <a:custGeom>
              <a:avLst/>
              <a:gdLst>
                <a:gd name="connsiteX0" fmla="*/ 0 w 1371414"/>
                <a:gd name="connsiteY0" fmla="*/ 0 h 1371600"/>
                <a:gd name="connsiteX1" fmla="*/ 1371414 w 1371414"/>
                <a:gd name="connsiteY1" fmla="*/ 1371600 h 1371600"/>
                <a:gd name="connsiteX2" fmla="*/ 1371414 w 1371414"/>
                <a:gd name="connsiteY2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414" h="1371600">
                  <a:moveTo>
                    <a:pt x="0" y="0"/>
                  </a:moveTo>
                  <a:lnTo>
                    <a:pt x="1371414" y="1371600"/>
                  </a:lnTo>
                  <a:lnTo>
                    <a:pt x="1371414" y="0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" name="Vrije vorm 148">
              <a:extLst>
                <a:ext uri="{FF2B5EF4-FFF2-40B4-BE49-F238E27FC236}">
                  <a16:creationId xmlns:a16="http://schemas.microsoft.com/office/drawing/2014/main" id="{DB0183D0-2300-4057-85D5-F96CF83FAA6C}"/>
                </a:ext>
              </a:extLst>
            </p:cNvPr>
            <p:cNvSpPr/>
            <p:nvPr userDrawn="1"/>
          </p:nvSpPr>
          <p:spPr>
            <a:xfrm>
              <a:off x="9481519" y="685799"/>
              <a:ext cx="1358012" cy="1373833"/>
            </a:xfrm>
            <a:custGeom>
              <a:avLst/>
              <a:gdLst>
                <a:gd name="connsiteX0" fmla="*/ 0 w 1358012"/>
                <a:gd name="connsiteY0" fmla="*/ 0 h 1373833"/>
                <a:gd name="connsiteX1" fmla="*/ 1358013 w 1358012"/>
                <a:gd name="connsiteY1" fmla="*/ 0 h 1373833"/>
                <a:gd name="connsiteX2" fmla="*/ 1358013 w 1358012"/>
                <a:gd name="connsiteY2" fmla="*/ 1373834 h 1373833"/>
                <a:gd name="connsiteX3" fmla="*/ 0 w 1358012"/>
                <a:gd name="connsiteY3" fmla="*/ 1373834 h 137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012" h="1373833">
                  <a:moveTo>
                    <a:pt x="0" y="0"/>
                  </a:moveTo>
                  <a:lnTo>
                    <a:pt x="1358013" y="0"/>
                  </a:lnTo>
                  <a:lnTo>
                    <a:pt x="1358013" y="1373834"/>
                  </a:lnTo>
                  <a:lnTo>
                    <a:pt x="0" y="1373834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4" name="Groep 3">
            <a:extLst>
              <a:ext uri="{FF2B5EF4-FFF2-40B4-BE49-F238E27FC236}">
                <a16:creationId xmlns:a16="http://schemas.microsoft.com/office/drawing/2014/main" id="{EEE95974-3BA0-EFE2-1B0D-5E84C49E144A}"/>
              </a:ext>
            </a:extLst>
          </p:cNvPr>
          <p:cNvGrpSpPr/>
          <p:nvPr userDrawn="1"/>
        </p:nvGrpSpPr>
        <p:grpSpPr>
          <a:xfrm>
            <a:off x="-3786437" y="1"/>
            <a:ext cx="3593091" cy="1123349"/>
            <a:chOff x="-3786437" y="1"/>
            <a:chExt cx="3593091" cy="1123349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A93CC05D-A3EE-60AD-A42B-DA58E4152B39}"/>
                </a:ext>
              </a:extLst>
            </p:cNvPr>
            <p:cNvSpPr/>
            <p:nvPr userDrawn="1"/>
          </p:nvSpPr>
          <p:spPr>
            <a:xfrm>
              <a:off x="-3786437" y="1"/>
              <a:ext cx="3593091" cy="9859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Kleuren van de tekst niet veranderen</a:t>
              </a: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7DB16E4F-8974-45B6-CCC4-F30A56DEDE5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58640A5C-E93B-CBD6-B1E2-CF402D98CA9B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De kleur van de titels moet zo blijven zodat deze slide goed in de huisstijl blijft staan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481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Ge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58197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Geel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3E4A-318D-1A40-9929-0660ABCCC2C6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2DEF1EB1-EF83-6659-EA07-4E4F42E8F404}"/>
              </a:ext>
            </a:extLst>
          </p:cNvPr>
          <p:cNvGrpSpPr/>
          <p:nvPr userDrawn="1"/>
        </p:nvGrpSpPr>
        <p:grpSpPr>
          <a:xfrm>
            <a:off x="9165003" y="289266"/>
            <a:ext cx="3026999" cy="4081575"/>
            <a:chOff x="9294417" y="398126"/>
            <a:chExt cx="3053295" cy="4117033"/>
          </a:xfrm>
          <a:solidFill>
            <a:schemeClr val="tx1"/>
          </a:solidFill>
        </p:grpSpPr>
        <p:sp>
          <p:nvSpPr>
            <p:cNvPr id="5" name="Vrije vorm 158">
              <a:extLst>
                <a:ext uri="{FF2B5EF4-FFF2-40B4-BE49-F238E27FC236}">
                  <a16:creationId xmlns:a16="http://schemas.microsoft.com/office/drawing/2014/main" id="{512D9A99-739B-9598-79DF-A7D256409E18}"/>
                </a:ext>
              </a:extLst>
            </p:cNvPr>
            <p:cNvSpPr/>
            <p:nvPr userDrawn="1"/>
          </p:nvSpPr>
          <p:spPr>
            <a:xfrm>
              <a:off x="11318035" y="398126"/>
              <a:ext cx="1029677" cy="2059633"/>
            </a:xfrm>
            <a:custGeom>
              <a:avLst/>
              <a:gdLst>
                <a:gd name="connsiteX0" fmla="*/ 0 w 1029677"/>
                <a:gd name="connsiteY0" fmla="*/ 1029817 h 2059633"/>
                <a:gd name="connsiteX1" fmla="*/ 1029678 w 1029677"/>
                <a:gd name="connsiteY1" fmla="*/ 2059634 h 2059633"/>
                <a:gd name="connsiteX2" fmla="*/ 1029678 w 1029677"/>
                <a:gd name="connsiteY2" fmla="*/ 0 h 2059633"/>
                <a:gd name="connsiteX3" fmla="*/ 0 w 1029677"/>
                <a:gd name="connsiteY3" fmla="*/ 1029817 h 20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677" h="2059633">
                  <a:moveTo>
                    <a:pt x="0" y="1029817"/>
                  </a:moveTo>
                  <a:cubicBezTo>
                    <a:pt x="0" y="1597222"/>
                    <a:pt x="460116" y="2059634"/>
                    <a:pt x="1029678" y="2059634"/>
                  </a:cubicBezTo>
                  <a:lnTo>
                    <a:pt x="1029678" y="0"/>
                  </a:lnTo>
                  <a:cubicBezTo>
                    <a:pt x="462349" y="0"/>
                    <a:pt x="0" y="460179"/>
                    <a:pt x="0" y="1029817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 159">
              <a:extLst>
                <a:ext uri="{FF2B5EF4-FFF2-40B4-BE49-F238E27FC236}">
                  <a16:creationId xmlns:a16="http://schemas.microsoft.com/office/drawing/2014/main" id="{23CD5397-83DA-21D4-B7E6-20380508B455}"/>
                </a:ext>
              </a:extLst>
            </p:cNvPr>
            <p:cNvSpPr/>
            <p:nvPr userDrawn="1"/>
          </p:nvSpPr>
          <p:spPr>
            <a:xfrm>
              <a:off x="9294417" y="1427942"/>
              <a:ext cx="1355779" cy="676865"/>
            </a:xfrm>
            <a:custGeom>
              <a:avLst/>
              <a:gdLst>
                <a:gd name="connsiteX0" fmla="*/ 679007 w 1355779"/>
                <a:gd name="connsiteY0" fmla="*/ 676865 h 676864"/>
                <a:gd name="connsiteX1" fmla="*/ 1355780 w 1355779"/>
                <a:gd name="connsiteY1" fmla="*/ 0 h 676864"/>
                <a:gd name="connsiteX2" fmla="*/ 0 w 1355779"/>
                <a:gd name="connsiteY2" fmla="*/ 0 h 676864"/>
                <a:gd name="connsiteX3" fmla="*/ 679007 w 1355779"/>
                <a:gd name="connsiteY3" fmla="*/ 676865 h 67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779" h="676864">
                  <a:moveTo>
                    <a:pt x="679007" y="676865"/>
                  </a:moveTo>
                  <a:cubicBezTo>
                    <a:pt x="1054247" y="676865"/>
                    <a:pt x="1355780" y="373057"/>
                    <a:pt x="1355780" y="0"/>
                  </a:cubicBezTo>
                  <a:lnTo>
                    <a:pt x="0" y="0"/>
                  </a:lnTo>
                  <a:cubicBezTo>
                    <a:pt x="0" y="375291"/>
                    <a:pt x="303766" y="676865"/>
                    <a:pt x="679007" y="676865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  <p:sp>
          <p:nvSpPr>
            <p:cNvPr id="9" name="Vrije vorm 160">
              <a:extLst>
                <a:ext uri="{FF2B5EF4-FFF2-40B4-BE49-F238E27FC236}">
                  <a16:creationId xmlns:a16="http://schemas.microsoft.com/office/drawing/2014/main" id="{084B1503-0941-87D0-7D1E-0F1BA44A8648}"/>
                </a:ext>
              </a:extLst>
            </p:cNvPr>
            <p:cNvSpPr/>
            <p:nvPr userDrawn="1"/>
          </p:nvSpPr>
          <p:spPr>
            <a:xfrm>
              <a:off x="10775277" y="2922406"/>
              <a:ext cx="1572435" cy="1592753"/>
            </a:xfrm>
            <a:custGeom>
              <a:avLst/>
              <a:gdLst>
                <a:gd name="connsiteX0" fmla="*/ 0 w 1572435"/>
                <a:gd name="connsiteY0" fmla="*/ 1592754 h 1592753"/>
                <a:gd name="connsiteX1" fmla="*/ 1572436 w 1572435"/>
                <a:gd name="connsiteY1" fmla="*/ 1592754 h 1592753"/>
                <a:gd name="connsiteX2" fmla="*/ 1572436 w 1572435"/>
                <a:gd name="connsiteY2" fmla="*/ 0 h 159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2435" h="1592753">
                  <a:moveTo>
                    <a:pt x="0" y="1592754"/>
                  </a:moveTo>
                  <a:lnTo>
                    <a:pt x="1572436" y="1592754"/>
                  </a:lnTo>
                  <a:lnTo>
                    <a:pt x="1572436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 161">
              <a:extLst>
                <a:ext uri="{FF2B5EF4-FFF2-40B4-BE49-F238E27FC236}">
                  <a16:creationId xmlns:a16="http://schemas.microsoft.com/office/drawing/2014/main" id="{FE0270B8-7A8D-0335-666C-AEC78B838E2C}"/>
                </a:ext>
              </a:extLst>
            </p:cNvPr>
            <p:cNvSpPr/>
            <p:nvPr userDrawn="1"/>
          </p:nvSpPr>
          <p:spPr>
            <a:xfrm>
              <a:off x="9633921" y="3583633"/>
              <a:ext cx="676772" cy="931526"/>
            </a:xfrm>
            <a:custGeom>
              <a:avLst/>
              <a:gdLst>
                <a:gd name="connsiteX0" fmla="*/ 0 w 676772"/>
                <a:gd name="connsiteY0" fmla="*/ 0 h 931526"/>
                <a:gd name="connsiteX1" fmla="*/ 676773 w 676772"/>
                <a:gd name="connsiteY1" fmla="*/ 0 h 931526"/>
                <a:gd name="connsiteX2" fmla="*/ 676773 w 676772"/>
                <a:gd name="connsiteY2" fmla="*/ 931526 h 931526"/>
                <a:gd name="connsiteX3" fmla="*/ 0 w 676772"/>
                <a:gd name="connsiteY3" fmla="*/ 931526 h 93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931526">
                  <a:moveTo>
                    <a:pt x="0" y="0"/>
                  </a:moveTo>
                  <a:lnTo>
                    <a:pt x="676773" y="0"/>
                  </a:lnTo>
                  <a:lnTo>
                    <a:pt x="676773" y="931526"/>
                  </a:lnTo>
                  <a:lnTo>
                    <a:pt x="0" y="931526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62">
              <a:extLst>
                <a:ext uri="{FF2B5EF4-FFF2-40B4-BE49-F238E27FC236}">
                  <a16:creationId xmlns:a16="http://schemas.microsoft.com/office/drawing/2014/main" id="{3491449C-FD75-6763-8066-314AC1D5941B}"/>
                </a:ext>
              </a:extLst>
            </p:cNvPr>
            <p:cNvSpPr/>
            <p:nvPr userDrawn="1"/>
          </p:nvSpPr>
          <p:spPr>
            <a:xfrm>
              <a:off x="10306226" y="2922406"/>
              <a:ext cx="687940" cy="688033"/>
            </a:xfrm>
            <a:custGeom>
              <a:avLst/>
              <a:gdLst>
                <a:gd name="connsiteX0" fmla="*/ 343970 w 687940"/>
                <a:gd name="connsiteY0" fmla="*/ 0 h 688033"/>
                <a:gd name="connsiteX1" fmla="*/ 0 w 687940"/>
                <a:gd name="connsiteY1" fmla="*/ 344017 h 688033"/>
                <a:gd name="connsiteX2" fmla="*/ 343970 w 687940"/>
                <a:gd name="connsiteY2" fmla="*/ 688034 h 688033"/>
                <a:gd name="connsiteX3" fmla="*/ 687941 w 687940"/>
                <a:gd name="connsiteY3" fmla="*/ 344017 h 688033"/>
                <a:gd name="connsiteX4" fmla="*/ 343970 w 687940"/>
                <a:gd name="connsiteY4" fmla="*/ 0 h 68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940" h="688033">
                  <a:moveTo>
                    <a:pt x="343970" y="0"/>
                  </a:moveTo>
                  <a:cubicBezTo>
                    <a:pt x="154116" y="0"/>
                    <a:pt x="0" y="154137"/>
                    <a:pt x="0" y="344017"/>
                  </a:cubicBezTo>
                  <a:cubicBezTo>
                    <a:pt x="0" y="533896"/>
                    <a:pt x="154116" y="688034"/>
                    <a:pt x="343970" y="688034"/>
                  </a:cubicBezTo>
                  <a:cubicBezTo>
                    <a:pt x="533824" y="688034"/>
                    <a:pt x="687941" y="533896"/>
                    <a:pt x="687941" y="344017"/>
                  </a:cubicBezTo>
                  <a:cubicBezTo>
                    <a:pt x="685707" y="154137"/>
                    <a:pt x="533824" y="0"/>
                    <a:pt x="343970" y="0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09592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Donkerblau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237295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Donkerblauw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E8DA-DC22-F641-A4FE-98DEAC15CED3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5420FE81-8885-015B-A549-20307B508DCE}"/>
              </a:ext>
            </a:extLst>
          </p:cNvPr>
          <p:cNvGrpSpPr/>
          <p:nvPr userDrawn="1"/>
        </p:nvGrpSpPr>
        <p:grpSpPr>
          <a:xfrm>
            <a:off x="9165003" y="289266"/>
            <a:ext cx="3026999" cy="4081575"/>
            <a:chOff x="9294417" y="398126"/>
            <a:chExt cx="3053295" cy="4117033"/>
          </a:xfrm>
        </p:grpSpPr>
        <p:sp>
          <p:nvSpPr>
            <p:cNvPr id="5" name="Vrije vorm 158">
              <a:extLst>
                <a:ext uri="{FF2B5EF4-FFF2-40B4-BE49-F238E27FC236}">
                  <a16:creationId xmlns:a16="http://schemas.microsoft.com/office/drawing/2014/main" id="{76C0F699-C805-61D9-0EA6-2B8C7EA50602}"/>
                </a:ext>
              </a:extLst>
            </p:cNvPr>
            <p:cNvSpPr/>
            <p:nvPr userDrawn="1"/>
          </p:nvSpPr>
          <p:spPr>
            <a:xfrm>
              <a:off x="11318035" y="398126"/>
              <a:ext cx="1029677" cy="2059633"/>
            </a:xfrm>
            <a:custGeom>
              <a:avLst/>
              <a:gdLst>
                <a:gd name="connsiteX0" fmla="*/ 0 w 1029677"/>
                <a:gd name="connsiteY0" fmla="*/ 1029817 h 2059633"/>
                <a:gd name="connsiteX1" fmla="*/ 1029678 w 1029677"/>
                <a:gd name="connsiteY1" fmla="*/ 2059634 h 2059633"/>
                <a:gd name="connsiteX2" fmla="*/ 1029678 w 1029677"/>
                <a:gd name="connsiteY2" fmla="*/ 0 h 2059633"/>
                <a:gd name="connsiteX3" fmla="*/ 0 w 1029677"/>
                <a:gd name="connsiteY3" fmla="*/ 1029817 h 205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677" h="2059633">
                  <a:moveTo>
                    <a:pt x="0" y="1029817"/>
                  </a:moveTo>
                  <a:cubicBezTo>
                    <a:pt x="0" y="1597222"/>
                    <a:pt x="460116" y="2059634"/>
                    <a:pt x="1029678" y="2059634"/>
                  </a:cubicBezTo>
                  <a:lnTo>
                    <a:pt x="1029678" y="0"/>
                  </a:lnTo>
                  <a:cubicBezTo>
                    <a:pt x="462349" y="0"/>
                    <a:pt x="0" y="460179"/>
                    <a:pt x="0" y="1029817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 159">
              <a:extLst>
                <a:ext uri="{FF2B5EF4-FFF2-40B4-BE49-F238E27FC236}">
                  <a16:creationId xmlns:a16="http://schemas.microsoft.com/office/drawing/2014/main" id="{A05ACC9C-097D-8D3C-AECC-A3E474DF774B}"/>
                </a:ext>
              </a:extLst>
            </p:cNvPr>
            <p:cNvSpPr/>
            <p:nvPr userDrawn="1"/>
          </p:nvSpPr>
          <p:spPr>
            <a:xfrm>
              <a:off x="9294417" y="1427942"/>
              <a:ext cx="1355779" cy="676865"/>
            </a:xfrm>
            <a:custGeom>
              <a:avLst/>
              <a:gdLst>
                <a:gd name="connsiteX0" fmla="*/ 679007 w 1355779"/>
                <a:gd name="connsiteY0" fmla="*/ 676865 h 676864"/>
                <a:gd name="connsiteX1" fmla="*/ 1355780 w 1355779"/>
                <a:gd name="connsiteY1" fmla="*/ 0 h 676864"/>
                <a:gd name="connsiteX2" fmla="*/ 0 w 1355779"/>
                <a:gd name="connsiteY2" fmla="*/ 0 h 676864"/>
                <a:gd name="connsiteX3" fmla="*/ 679007 w 1355779"/>
                <a:gd name="connsiteY3" fmla="*/ 676865 h 67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779" h="676864">
                  <a:moveTo>
                    <a:pt x="679007" y="676865"/>
                  </a:moveTo>
                  <a:cubicBezTo>
                    <a:pt x="1054247" y="676865"/>
                    <a:pt x="1355780" y="373057"/>
                    <a:pt x="1355780" y="0"/>
                  </a:cubicBezTo>
                  <a:lnTo>
                    <a:pt x="0" y="0"/>
                  </a:lnTo>
                  <a:cubicBezTo>
                    <a:pt x="0" y="375291"/>
                    <a:pt x="303766" y="676865"/>
                    <a:pt x="679007" y="676865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 160">
              <a:extLst>
                <a:ext uri="{FF2B5EF4-FFF2-40B4-BE49-F238E27FC236}">
                  <a16:creationId xmlns:a16="http://schemas.microsoft.com/office/drawing/2014/main" id="{EC0F2A8B-3610-7113-AD7D-A0E85BBA2F21}"/>
                </a:ext>
              </a:extLst>
            </p:cNvPr>
            <p:cNvSpPr/>
            <p:nvPr userDrawn="1"/>
          </p:nvSpPr>
          <p:spPr>
            <a:xfrm>
              <a:off x="10775277" y="2922406"/>
              <a:ext cx="1572435" cy="1592753"/>
            </a:xfrm>
            <a:custGeom>
              <a:avLst/>
              <a:gdLst>
                <a:gd name="connsiteX0" fmla="*/ 0 w 1572435"/>
                <a:gd name="connsiteY0" fmla="*/ 1592754 h 1592753"/>
                <a:gd name="connsiteX1" fmla="*/ 1572436 w 1572435"/>
                <a:gd name="connsiteY1" fmla="*/ 1592754 h 1592753"/>
                <a:gd name="connsiteX2" fmla="*/ 1572436 w 1572435"/>
                <a:gd name="connsiteY2" fmla="*/ 0 h 159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2435" h="1592753">
                  <a:moveTo>
                    <a:pt x="0" y="1592754"/>
                  </a:moveTo>
                  <a:lnTo>
                    <a:pt x="1572436" y="1592754"/>
                  </a:lnTo>
                  <a:lnTo>
                    <a:pt x="1572436" y="0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 161">
              <a:extLst>
                <a:ext uri="{FF2B5EF4-FFF2-40B4-BE49-F238E27FC236}">
                  <a16:creationId xmlns:a16="http://schemas.microsoft.com/office/drawing/2014/main" id="{5FEF1AC8-89BB-E99C-DD26-E1B1E4D4D9C0}"/>
                </a:ext>
              </a:extLst>
            </p:cNvPr>
            <p:cNvSpPr/>
            <p:nvPr userDrawn="1"/>
          </p:nvSpPr>
          <p:spPr>
            <a:xfrm>
              <a:off x="9633921" y="3583633"/>
              <a:ext cx="676772" cy="931526"/>
            </a:xfrm>
            <a:custGeom>
              <a:avLst/>
              <a:gdLst>
                <a:gd name="connsiteX0" fmla="*/ 0 w 676772"/>
                <a:gd name="connsiteY0" fmla="*/ 0 h 931526"/>
                <a:gd name="connsiteX1" fmla="*/ 676773 w 676772"/>
                <a:gd name="connsiteY1" fmla="*/ 0 h 931526"/>
                <a:gd name="connsiteX2" fmla="*/ 676773 w 676772"/>
                <a:gd name="connsiteY2" fmla="*/ 931526 h 931526"/>
                <a:gd name="connsiteX3" fmla="*/ 0 w 676772"/>
                <a:gd name="connsiteY3" fmla="*/ 931526 h 93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931526">
                  <a:moveTo>
                    <a:pt x="0" y="0"/>
                  </a:moveTo>
                  <a:lnTo>
                    <a:pt x="676773" y="0"/>
                  </a:lnTo>
                  <a:lnTo>
                    <a:pt x="676773" y="931526"/>
                  </a:lnTo>
                  <a:lnTo>
                    <a:pt x="0" y="931526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62">
              <a:extLst>
                <a:ext uri="{FF2B5EF4-FFF2-40B4-BE49-F238E27FC236}">
                  <a16:creationId xmlns:a16="http://schemas.microsoft.com/office/drawing/2014/main" id="{9F8CBDB7-BC35-F1A6-1B92-28BABBDAF6BA}"/>
                </a:ext>
              </a:extLst>
            </p:cNvPr>
            <p:cNvSpPr/>
            <p:nvPr userDrawn="1"/>
          </p:nvSpPr>
          <p:spPr>
            <a:xfrm>
              <a:off x="10306226" y="2922406"/>
              <a:ext cx="687940" cy="688033"/>
            </a:xfrm>
            <a:custGeom>
              <a:avLst/>
              <a:gdLst>
                <a:gd name="connsiteX0" fmla="*/ 343970 w 687940"/>
                <a:gd name="connsiteY0" fmla="*/ 0 h 688033"/>
                <a:gd name="connsiteX1" fmla="*/ 0 w 687940"/>
                <a:gd name="connsiteY1" fmla="*/ 344017 h 688033"/>
                <a:gd name="connsiteX2" fmla="*/ 343970 w 687940"/>
                <a:gd name="connsiteY2" fmla="*/ 688034 h 688033"/>
                <a:gd name="connsiteX3" fmla="*/ 687941 w 687940"/>
                <a:gd name="connsiteY3" fmla="*/ 344017 h 688033"/>
                <a:gd name="connsiteX4" fmla="*/ 343970 w 687940"/>
                <a:gd name="connsiteY4" fmla="*/ 0 h 68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940" h="688033">
                  <a:moveTo>
                    <a:pt x="343970" y="0"/>
                  </a:moveTo>
                  <a:cubicBezTo>
                    <a:pt x="154116" y="0"/>
                    <a:pt x="0" y="154137"/>
                    <a:pt x="0" y="344017"/>
                  </a:cubicBezTo>
                  <a:cubicBezTo>
                    <a:pt x="0" y="533896"/>
                    <a:pt x="154116" y="688034"/>
                    <a:pt x="343970" y="688034"/>
                  </a:cubicBezTo>
                  <a:cubicBezTo>
                    <a:pt x="533824" y="688034"/>
                    <a:pt x="687941" y="533896"/>
                    <a:pt x="687941" y="344017"/>
                  </a:cubicBezTo>
                  <a:cubicBezTo>
                    <a:pt x="685707" y="154137"/>
                    <a:pt x="533824" y="0"/>
                    <a:pt x="343970" y="0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09075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Gro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72996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Groen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97A8-8352-634E-BA64-AA0312B5F80D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150" name="Groep 149">
            <a:extLst>
              <a:ext uri="{FF2B5EF4-FFF2-40B4-BE49-F238E27FC236}">
                <a16:creationId xmlns:a16="http://schemas.microsoft.com/office/drawing/2014/main" id="{473019A3-6344-F95D-F5D4-2FFD19D3EF93}"/>
              </a:ext>
            </a:extLst>
          </p:cNvPr>
          <p:cNvGrpSpPr/>
          <p:nvPr userDrawn="1"/>
        </p:nvGrpSpPr>
        <p:grpSpPr>
          <a:xfrm>
            <a:off x="9481519" y="0"/>
            <a:ext cx="2713792" cy="4117032"/>
            <a:chOff x="9481519" y="0"/>
            <a:chExt cx="2713792" cy="4117032"/>
          </a:xfrm>
          <a:solidFill>
            <a:schemeClr val="tx1"/>
          </a:solidFill>
        </p:grpSpPr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B32064A5-B701-DB58-C043-DC1D1C7E7471}"/>
                </a:ext>
              </a:extLst>
            </p:cNvPr>
            <p:cNvSpPr/>
            <p:nvPr userDrawn="1"/>
          </p:nvSpPr>
          <p:spPr>
            <a:xfrm>
              <a:off x="11496675" y="3409077"/>
              <a:ext cx="698636" cy="707955"/>
            </a:xfrm>
            <a:custGeom>
              <a:avLst/>
              <a:gdLst>
                <a:gd name="connsiteX0" fmla="*/ 0 w 676772"/>
                <a:gd name="connsiteY0" fmla="*/ 0 h 685799"/>
                <a:gd name="connsiteX1" fmla="*/ 676773 w 676772"/>
                <a:gd name="connsiteY1" fmla="*/ 0 h 685799"/>
                <a:gd name="connsiteX2" fmla="*/ 676773 w 676772"/>
                <a:gd name="connsiteY2" fmla="*/ 685800 h 685799"/>
                <a:gd name="connsiteX3" fmla="*/ 0 w 676772"/>
                <a:gd name="connsiteY3" fmla="*/ 685800 h 68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685799">
                  <a:moveTo>
                    <a:pt x="0" y="0"/>
                  </a:moveTo>
                  <a:lnTo>
                    <a:pt x="676773" y="0"/>
                  </a:lnTo>
                  <a:lnTo>
                    <a:pt x="676773" y="685800"/>
                  </a:lnTo>
                  <a:lnTo>
                    <a:pt x="0" y="68580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Vrije vorm 146">
              <a:extLst>
                <a:ext uri="{FF2B5EF4-FFF2-40B4-BE49-F238E27FC236}">
                  <a16:creationId xmlns:a16="http://schemas.microsoft.com/office/drawing/2014/main" id="{E3E74AC6-52F4-310A-F9E0-CA483ABBD7F6}"/>
                </a:ext>
              </a:extLst>
            </p:cNvPr>
            <p:cNvSpPr/>
            <p:nvPr userDrawn="1"/>
          </p:nvSpPr>
          <p:spPr>
            <a:xfrm>
              <a:off x="10819903" y="2041945"/>
              <a:ext cx="676772" cy="1367132"/>
            </a:xfrm>
            <a:custGeom>
              <a:avLst/>
              <a:gdLst>
                <a:gd name="connsiteX0" fmla="*/ 0 w 676772"/>
                <a:gd name="connsiteY0" fmla="*/ 683566 h 1367132"/>
                <a:gd name="connsiteX1" fmla="*/ 676773 w 676772"/>
                <a:gd name="connsiteY1" fmla="*/ 1367132 h 1367132"/>
                <a:gd name="connsiteX2" fmla="*/ 676773 w 676772"/>
                <a:gd name="connsiteY2" fmla="*/ 0 h 1367132"/>
                <a:gd name="connsiteX3" fmla="*/ 0 w 676772"/>
                <a:gd name="connsiteY3" fmla="*/ 683566 h 136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1367132">
                  <a:moveTo>
                    <a:pt x="0" y="683566"/>
                  </a:moveTo>
                  <a:cubicBezTo>
                    <a:pt x="0" y="1061091"/>
                    <a:pt x="303766" y="1367132"/>
                    <a:pt x="676773" y="1367132"/>
                  </a:cubicBezTo>
                  <a:lnTo>
                    <a:pt x="676773" y="0"/>
                  </a:lnTo>
                  <a:cubicBezTo>
                    <a:pt x="303766" y="0"/>
                    <a:pt x="0" y="306041"/>
                    <a:pt x="0" y="683566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" name="Vrije vorm 147">
              <a:extLst>
                <a:ext uri="{FF2B5EF4-FFF2-40B4-BE49-F238E27FC236}">
                  <a16:creationId xmlns:a16="http://schemas.microsoft.com/office/drawing/2014/main" id="{90EC2FFA-7F6E-7909-1BC2-9BF8D30CF345}"/>
                </a:ext>
              </a:extLst>
            </p:cNvPr>
            <p:cNvSpPr/>
            <p:nvPr userDrawn="1"/>
          </p:nvSpPr>
          <p:spPr>
            <a:xfrm>
              <a:off x="10823897" y="0"/>
              <a:ext cx="1371414" cy="1371600"/>
            </a:xfrm>
            <a:custGeom>
              <a:avLst/>
              <a:gdLst>
                <a:gd name="connsiteX0" fmla="*/ 0 w 1371414"/>
                <a:gd name="connsiteY0" fmla="*/ 0 h 1371600"/>
                <a:gd name="connsiteX1" fmla="*/ 1371414 w 1371414"/>
                <a:gd name="connsiteY1" fmla="*/ 1371600 h 1371600"/>
                <a:gd name="connsiteX2" fmla="*/ 1371414 w 1371414"/>
                <a:gd name="connsiteY2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414" h="1371600">
                  <a:moveTo>
                    <a:pt x="0" y="0"/>
                  </a:moveTo>
                  <a:lnTo>
                    <a:pt x="1371414" y="1371600"/>
                  </a:lnTo>
                  <a:lnTo>
                    <a:pt x="1371414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" name="Vrije vorm 148">
              <a:extLst>
                <a:ext uri="{FF2B5EF4-FFF2-40B4-BE49-F238E27FC236}">
                  <a16:creationId xmlns:a16="http://schemas.microsoft.com/office/drawing/2014/main" id="{DB0183D0-2300-4057-85D5-F96CF83FAA6C}"/>
                </a:ext>
              </a:extLst>
            </p:cNvPr>
            <p:cNvSpPr/>
            <p:nvPr userDrawn="1"/>
          </p:nvSpPr>
          <p:spPr>
            <a:xfrm>
              <a:off x="9481519" y="685799"/>
              <a:ext cx="1358012" cy="1373833"/>
            </a:xfrm>
            <a:custGeom>
              <a:avLst/>
              <a:gdLst>
                <a:gd name="connsiteX0" fmla="*/ 0 w 1358012"/>
                <a:gd name="connsiteY0" fmla="*/ 0 h 1373833"/>
                <a:gd name="connsiteX1" fmla="*/ 1358013 w 1358012"/>
                <a:gd name="connsiteY1" fmla="*/ 0 h 1373833"/>
                <a:gd name="connsiteX2" fmla="*/ 1358013 w 1358012"/>
                <a:gd name="connsiteY2" fmla="*/ 1373834 h 1373833"/>
                <a:gd name="connsiteX3" fmla="*/ 0 w 1358012"/>
                <a:gd name="connsiteY3" fmla="*/ 1373834 h 137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012" h="1373833">
                  <a:moveTo>
                    <a:pt x="0" y="0"/>
                  </a:moveTo>
                  <a:lnTo>
                    <a:pt x="1358013" y="0"/>
                  </a:lnTo>
                  <a:lnTo>
                    <a:pt x="1358013" y="1373834"/>
                  </a:lnTo>
                  <a:lnTo>
                    <a:pt x="0" y="137383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47432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Roz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61454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Roze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FE0D7-8D52-994C-BB19-3DEB001D0F6A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150" name="Groep 149">
            <a:extLst>
              <a:ext uri="{FF2B5EF4-FFF2-40B4-BE49-F238E27FC236}">
                <a16:creationId xmlns:a16="http://schemas.microsoft.com/office/drawing/2014/main" id="{473019A3-6344-F95D-F5D4-2FFD19D3EF93}"/>
              </a:ext>
            </a:extLst>
          </p:cNvPr>
          <p:cNvGrpSpPr/>
          <p:nvPr userDrawn="1"/>
        </p:nvGrpSpPr>
        <p:grpSpPr>
          <a:xfrm>
            <a:off x="9481519" y="0"/>
            <a:ext cx="2713792" cy="4117032"/>
            <a:chOff x="9481519" y="0"/>
            <a:chExt cx="2713792" cy="4117032"/>
          </a:xfrm>
          <a:solidFill>
            <a:schemeClr val="tx1"/>
          </a:solidFill>
        </p:grpSpPr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B32064A5-B701-DB58-C043-DC1D1C7E7471}"/>
                </a:ext>
              </a:extLst>
            </p:cNvPr>
            <p:cNvSpPr/>
            <p:nvPr userDrawn="1"/>
          </p:nvSpPr>
          <p:spPr>
            <a:xfrm>
              <a:off x="11496675" y="3409077"/>
              <a:ext cx="698636" cy="707955"/>
            </a:xfrm>
            <a:custGeom>
              <a:avLst/>
              <a:gdLst>
                <a:gd name="connsiteX0" fmla="*/ 0 w 676772"/>
                <a:gd name="connsiteY0" fmla="*/ 0 h 685799"/>
                <a:gd name="connsiteX1" fmla="*/ 676773 w 676772"/>
                <a:gd name="connsiteY1" fmla="*/ 0 h 685799"/>
                <a:gd name="connsiteX2" fmla="*/ 676773 w 676772"/>
                <a:gd name="connsiteY2" fmla="*/ 685800 h 685799"/>
                <a:gd name="connsiteX3" fmla="*/ 0 w 676772"/>
                <a:gd name="connsiteY3" fmla="*/ 685800 h 68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685799">
                  <a:moveTo>
                    <a:pt x="0" y="0"/>
                  </a:moveTo>
                  <a:lnTo>
                    <a:pt x="676773" y="0"/>
                  </a:lnTo>
                  <a:lnTo>
                    <a:pt x="676773" y="685800"/>
                  </a:lnTo>
                  <a:lnTo>
                    <a:pt x="0" y="68580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Vrije vorm 146">
              <a:extLst>
                <a:ext uri="{FF2B5EF4-FFF2-40B4-BE49-F238E27FC236}">
                  <a16:creationId xmlns:a16="http://schemas.microsoft.com/office/drawing/2014/main" id="{E3E74AC6-52F4-310A-F9E0-CA483ABBD7F6}"/>
                </a:ext>
              </a:extLst>
            </p:cNvPr>
            <p:cNvSpPr/>
            <p:nvPr userDrawn="1"/>
          </p:nvSpPr>
          <p:spPr>
            <a:xfrm>
              <a:off x="10819903" y="2041945"/>
              <a:ext cx="676772" cy="1367132"/>
            </a:xfrm>
            <a:custGeom>
              <a:avLst/>
              <a:gdLst>
                <a:gd name="connsiteX0" fmla="*/ 0 w 676772"/>
                <a:gd name="connsiteY0" fmla="*/ 683566 h 1367132"/>
                <a:gd name="connsiteX1" fmla="*/ 676773 w 676772"/>
                <a:gd name="connsiteY1" fmla="*/ 1367132 h 1367132"/>
                <a:gd name="connsiteX2" fmla="*/ 676773 w 676772"/>
                <a:gd name="connsiteY2" fmla="*/ 0 h 1367132"/>
                <a:gd name="connsiteX3" fmla="*/ 0 w 676772"/>
                <a:gd name="connsiteY3" fmla="*/ 683566 h 136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1367132">
                  <a:moveTo>
                    <a:pt x="0" y="683566"/>
                  </a:moveTo>
                  <a:cubicBezTo>
                    <a:pt x="0" y="1061091"/>
                    <a:pt x="303766" y="1367132"/>
                    <a:pt x="676773" y="1367132"/>
                  </a:cubicBezTo>
                  <a:lnTo>
                    <a:pt x="676773" y="0"/>
                  </a:lnTo>
                  <a:cubicBezTo>
                    <a:pt x="303766" y="0"/>
                    <a:pt x="0" y="306041"/>
                    <a:pt x="0" y="683566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" name="Vrije vorm 147">
              <a:extLst>
                <a:ext uri="{FF2B5EF4-FFF2-40B4-BE49-F238E27FC236}">
                  <a16:creationId xmlns:a16="http://schemas.microsoft.com/office/drawing/2014/main" id="{90EC2FFA-7F6E-7909-1BC2-9BF8D30CF345}"/>
                </a:ext>
              </a:extLst>
            </p:cNvPr>
            <p:cNvSpPr/>
            <p:nvPr userDrawn="1"/>
          </p:nvSpPr>
          <p:spPr>
            <a:xfrm>
              <a:off x="10823897" y="0"/>
              <a:ext cx="1371414" cy="1371600"/>
            </a:xfrm>
            <a:custGeom>
              <a:avLst/>
              <a:gdLst>
                <a:gd name="connsiteX0" fmla="*/ 0 w 1371414"/>
                <a:gd name="connsiteY0" fmla="*/ 0 h 1371600"/>
                <a:gd name="connsiteX1" fmla="*/ 1371414 w 1371414"/>
                <a:gd name="connsiteY1" fmla="*/ 1371600 h 1371600"/>
                <a:gd name="connsiteX2" fmla="*/ 1371414 w 1371414"/>
                <a:gd name="connsiteY2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414" h="1371600">
                  <a:moveTo>
                    <a:pt x="0" y="0"/>
                  </a:moveTo>
                  <a:lnTo>
                    <a:pt x="1371414" y="1371600"/>
                  </a:lnTo>
                  <a:lnTo>
                    <a:pt x="1371414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" name="Vrije vorm 148">
              <a:extLst>
                <a:ext uri="{FF2B5EF4-FFF2-40B4-BE49-F238E27FC236}">
                  <a16:creationId xmlns:a16="http://schemas.microsoft.com/office/drawing/2014/main" id="{DB0183D0-2300-4057-85D5-F96CF83FAA6C}"/>
                </a:ext>
              </a:extLst>
            </p:cNvPr>
            <p:cNvSpPr/>
            <p:nvPr userDrawn="1"/>
          </p:nvSpPr>
          <p:spPr>
            <a:xfrm>
              <a:off x="9481519" y="685799"/>
              <a:ext cx="1358012" cy="1373833"/>
            </a:xfrm>
            <a:custGeom>
              <a:avLst/>
              <a:gdLst>
                <a:gd name="connsiteX0" fmla="*/ 0 w 1358012"/>
                <a:gd name="connsiteY0" fmla="*/ 0 h 1373833"/>
                <a:gd name="connsiteX1" fmla="*/ 1358013 w 1358012"/>
                <a:gd name="connsiteY1" fmla="*/ 0 h 1373833"/>
                <a:gd name="connsiteX2" fmla="*/ 1358013 w 1358012"/>
                <a:gd name="connsiteY2" fmla="*/ 1373834 h 1373833"/>
                <a:gd name="connsiteX3" fmla="*/ 0 w 1358012"/>
                <a:gd name="connsiteY3" fmla="*/ 1373834 h 137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012" h="1373833">
                  <a:moveTo>
                    <a:pt x="0" y="0"/>
                  </a:moveTo>
                  <a:lnTo>
                    <a:pt x="1358013" y="0"/>
                  </a:lnTo>
                  <a:lnTo>
                    <a:pt x="1358013" y="1373834"/>
                  </a:lnTo>
                  <a:lnTo>
                    <a:pt x="0" y="137383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64201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Blauw">
    <p:bg>
      <p:bgPr>
        <a:solidFill>
          <a:srgbClr val="007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71181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Blauw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862D-DFA6-D74F-BD79-47ABBA626431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150" name="Groep 149">
            <a:extLst>
              <a:ext uri="{FF2B5EF4-FFF2-40B4-BE49-F238E27FC236}">
                <a16:creationId xmlns:a16="http://schemas.microsoft.com/office/drawing/2014/main" id="{473019A3-6344-F95D-F5D4-2FFD19D3EF93}"/>
              </a:ext>
            </a:extLst>
          </p:cNvPr>
          <p:cNvGrpSpPr/>
          <p:nvPr userDrawn="1"/>
        </p:nvGrpSpPr>
        <p:grpSpPr>
          <a:xfrm>
            <a:off x="9481519" y="0"/>
            <a:ext cx="2713792" cy="4117032"/>
            <a:chOff x="9481519" y="0"/>
            <a:chExt cx="2713792" cy="4117032"/>
          </a:xfrm>
          <a:solidFill>
            <a:schemeClr val="tx1"/>
          </a:solidFill>
        </p:grpSpPr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B32064A5-B701-DB58-C043-DC1D1C7E7471}"/>
                </a:ext>
              </a:extLst>
            </p:cNvPr>
            <p:cNvSpPr/>
            <p:nvPr userDrawn="1"/>
          </p:nvSpPr>
          <p:spPr>
            <a:xfrm>
              <a:off x="11496675" y="3409077"/>
              <a:ext cx="698636" cy="707955"/>
            </a:xfrm>
            <a:custGeom>
              <a:avLst/>
              <a:gdLst>
                <a:gd name="connsiteX0" fmla="*/ 0 w 676772"/>
                <a:gd name="connsiteY0" fmla="*/ 0 h 685799"/>
                <a:gd name="connsiteX1" fmla="*/ 676773 w 676772"/>
                <a:gd name="connsiteY1" fmla="*/ 0 h 685799"/>
                <a:gd name="connsiteX2" fmla="*/ 676773 w 676772"/>
                <a:gd name="connsiteY2" fmla="*/ 685800 h 685799"/>
                <a:gd name="connsiteX3" fmla="*/ 0 w 676772"/>
                <a:gd name="connsiteY3" fmla="*/ 685800 h 68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685799">
                  <a:moveTo>
                    <a:pt x="0" y="0"/>
                  </a:moveTo>
                  <a:lnTo>
                    <a:pt x="676773" y="0"/>
                  </a:lnTo>
                  <a:lnTo>
                    <a:pt x="676773" y="685800"/>
                  </a:lnTo>
                  <a:lnTo>
                    <a:pt x="0" y="68580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Vrije vorm 146">
              <a:extLst>
                <a:ext uri="{FF2B5EF4-FFF2-40B4-BE49-F238E27FC236}">
                  <a16:creationId xmlns:a16="http://schemas.microsoft.com/office/drawing/2014/main" id="{E3E74AC6-52F4-310A-F9E0-CA483ABBD7F6}"/>
                </a:ext>
              </a:extLst>
            </p:cNvPr>
            <p:cNvSpPr/>
            <p:nvPr userDrawn="1"/>
          </p:nvSpPr>
          <p:spPr>
            <a:xfrm>
              <a:off x="10819903" y="2041945"/>
              <a:ext cx="676772" cy="1367132"/>
            </a:xfrm>
            <a:custGeom>
              <a:avLst/>
              <a:gdLst>
                <a:gd name="connsiteX0" fmla="*/ 0 w 676772"/>
                <a:gd name="connsiteY0" fmla="*/ 683566 h 1367132"/>
                <a:gd name="connsiteX1" fmla="*/ 676773 w 676772"/>
                <a:gd name="connsiteY1" fmla="*/ 1367132 h 1367132"/>
                <a:gd name="connsiteX2" fmla="*/ 676773 w 676772"/>
                <a:gd name="connsiteY2" fmla="*/ 0 h 1367132"/>
                <a:gd name="connsiteX3" fmla="*/ 0 w 676772"/>
                <a:gd name="connsiteY3" fmla="*/ 683566 h 136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1367132">
                  <a:moveTo>
                    <a:pt x="0" y="683566"/>
                  </a:moveTo>
                  <a:cubicBezTo>
                    <a:pt x="0" y="1061091"/>
                    <a:pt x="303766" y="1367132"/>
                    <a:pt x="676773" y="1367132"/>
                  </a:cubicBezTo>
                  <a:lnTo>
                    <a:pt x="676773" y="0"/>
                  </a:lnTo>
                  <a:cubicBezTo>
                    <a:pt x="303766" y="0"/>
                    <a:pt x="0" y="306041"/>
                    <a:pt x="0" y="683566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" name="Vrije vorm 147">
              <a:extLst>
                <a:ext uri="{FF2B5EF4-FFF2-40B4-BE49-F238E27FC236}">
                  <a16:creationId xmlns:a16="http://schemas.microsoft.com/office/drawing/2014/main" id="{90EC2FFA-7F6E-7909-1BC2-9BF8D30CF345}"/>
                </a:ext>
              </a:extLst>
            </p:cNvPr>
            <p:cNvSpPr/>
            <p:nvPr userDrawn="1"/>
          </p:nvSpPr>
          <p:spPr>
            <a:xfrm>
              <a:off x="10823897" y="0"/>
              <a:ext cx="1371414" cy="1371600"/>
            </a:xfrm>
            <a:custGeom>
              <a:avLst/>
              <a:gdLst>
                <a:gd name="connsiteX0" fmla="*/ 0 w 1371414"/>
                <a:gd name="connsiteY0" fmla="*/ 0 h 1371600"/>
                <a:gd name="connsiteX1" fmla="*/ 1371414 w 1371414"/>
                <a:gd name="connsiteY1" fmla="*/ 1371600 h 1371600"/>
                <a:gd name="connsiteX2" fmla="*/ 1371414 w 1371414"/>
                <a:gd name="connsiteY2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414" h="1371600">
                  <a:moveTo>
                    <a:pt x="0" y="0"/>
                  </a:moveTo>
                  <a:lnTo>
                    <a:pt x="1371414" y="1371600"/>
                  </a:lnTo>
                  <a:lnTo>
                    <a:pt x="1371414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" name="Vrije vorm 148">
              <a:extLst>
                <a:ext uri="{FF2B5EF4-FFF2-40B4-BE49-F238E27FC236}">
                  <a16:creationId xmlns:a16="http://schemas.microsoft.com/office/drawing/2014/main" id="{DB0183D0-2300-4057-85D5-F96CF83FAA6C}"/>
                </a:ext>
              </a:extLst>
            </p:cNvPr>
            <p:cNvSpPr/>
            <p:nvPr userDrawn="1"/>
          </p:nvSpPr>
          <p:spPr>
            <a:xfrm>
              <a:off x="9481519" y="685799"/>
              <a:ext cx="1358012" cy="1373833"/>
            </a:xfrm>
            <a:custGeom>
              <a:avLst/>
              <a:gdLst>
                <a:gd name="connsiteX0" fmla="*/ 0 w 1358012"/>
                <a:gd name="connsiteY0" fmla="*/ 0 h 1373833"/>
                <a:gd name="connsiteX1" fmla="*/ 1358013 w 1358012"/>
                <a:gd name="connsiteY1" fmla="*/ 0 h 1373833"/>
                <a:gd name="connsiteX2" fmla="*/ 1358013 w 1358012"/>
                <a:gd name="connsiteY2" fmla="*/ 1373834 h 1373833"/>
                <a:gd name="connsiteX3" fmla="*/ 0 w 1358012"/>
                <a:gd name="connsiteY3" fmla="*/ 1373834 h 137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012" h="1373833">
                  <a:moveTo>
                    <a:pt x="0" y="0"/>
                  </a:moveTo>
                  <a:lnTo>
                    <a:pt x="1358013" y="0"/>
                  </a:lnTo>
                  <a:lnTo>
                    <a:pt x="1358013" y="1373834"/>
                  </a:lnTo>
                  <a:lnTo>
                    <a:pt x="0" y="137383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81911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| Oranj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EEB0625-5330-F4F3-2EE2-AEE2F94ECFC0}"/>
              </a:ext>
            </a:extLst>
          </p:cNvPr>
          <p:cNvSpPr/>
          <p:nvPr userDrawn="1"/>
        </p:nvSpPr>
        <p:spPr>
          <a:xfrm>
            <a:off x="0" y="4365171"/>
            <a:ext cx="12192000" cy="249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78074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Tussenslide | Oranje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372669"/>
            <a:ext cx="8137526" cy="147732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noProof="0" dirty="0"/>
              <a:t>Dit is een tussenslide en hier is plaats voor een titel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4700293"/>
            <a:ext cx="8137525" cy="332399"/>
          </a:xfrm>
        </p:spPr>
        <p:txBody>
          <a:bodyPr anchor="t"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 dirty="0"/>
              <a:t>Hier is plaats voor een ondertitel</a:t>
            </a:r>
          </a:p>
        </p:txBody>
      </p:sp>
      <p:sp>
        <p:nvSpPr>
          <p:cNvPr id="165" name="Tijdelijke aanduiding voor datum 164">
            <a:extLst>
              <a:ext uri="{FF2B5EF4-FFF2-40B4-BE49-F238E27FC236}">
                <a16:creationId xmlns:a16="http://schemas.microsoft.com/office/drawing/2014/main" id="{B5CDB03B-8A96-B1D0-1493-082A9211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54F96-233D-7D45-8AF4-AC1BFF8602EE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66" name="Tijdelijke aanduiding voor voettekst 165">
            <a:extLst>
              <a:ext uri="{FF2B5EF4-FFF2-40B4-BE49-F238E27FC236}">
                <a16:creationId xmlns:a16="http://schemas.microsoft.com/office/drawing/2014/main" id="{97FA4158-4C27-AA5C-88C9-DFAD22A4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150" name="Groep 149">
            <a:extLst>
              <a:ext uri="{FF2B5EF4-FFF2-40B4-BE49-F238E27FC236}">
                <a16:creationId xmlns:a16="http://schemas.microsoft.com/office/drawing/2014/main" id="{473019A3-6344-F95D-F5D4-2FFD19D3EF93}"/>
              </a:ext>
            </a:extLst>
          </p:cNvPr>
          <p:cNvGrpSpPr/>
          <p:nvPr userDrawn="1"/>
        </p:nvGrpSpPr>
        <p:grpSpPr>
          <a:xfrm>
            <a:off x="9481519" y="0"/>
            <a:ext cx="2713792" cy="4117032"/>
            <a:chOff x="9481519" y="0"/>
            <a:chExt cx="2713792" cy="4117032"/>
          </a:xfrm>
          <a:solidFill>
            <a:schemeClr val="tx1"/>
          </a:solidFill>
        </p:grpSpPr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B32064A5-B701-DB58-C043-DC1D1C7E7471}"/>
                </a:ext>
              </a:extLst>
            </p:cNvPr>
            <p:cNvSpPr/>
            <p:nvPr userDrawn="1"/>
          </p:nvSpPr>
          <p:spPr>
            <a:xfrm>
              <a:off x="11496675" y="3409077"/>
              <a:ext cx="698636" cy="707955"/>
            </a:xfrm>
            <a:custGeom>
              <a:avLst/>
              <a:gdLst>
                <a:gd name="connsiteX0" fmla="*/ 0 w 676772"/>
                <a:gd name="connsiteY0" fmla="*/ 0 h 685799"/>
                <a:gd name="connsiteX1" fmla="*/ 676773 w 676772"/>
                <a:gd name="connsiteY1" fmla="*/ 0 h 685799"/>
                <a:gd name="connsiteX2" fmla="*/ 676773 w 676772"/>
                <a:gd name="connsiteY2" fmla="*/ 685800 h 685799"/>
                <a:gd name="connsiteX3" fmla="*/ 0 w 676772"/>
                <a:gd name="connsiteY3" fmla="*/ 685800 h 68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685799">
                  <a:moveTo>
                    <a:pt x="0" y="0"/>
                  </a:moveTo>
                  <a:lnTo>
                    <a:pt x="676773" y="0"/>
                  </a:lnTo>
                  <a:lnTo>
                    <a:pt x="676773" y="685800"/>
                  </a:lnTo>
                  <a:lnTo>
                    <a:pt x="0" y="68580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Vrije vorm 146">
              <a:extLst>
                <a:ext uri="{FF2B5EF4-FFF2-40B4-BE49-F238E27FC236}">
                  <a16:creationId xmlns:a16="http://schemas.microsoft.com/office/drawing/2014/main" id="{E3E74AC6-52F4-310A-F9E0-CA483ABBD7F6}"/>
                </a:ext>
              </a:extLst>
            </p:cNvPr>
            <p:cNvSpPr/>
            <p:nvPr userDrawn="1"/>
          </p:nvSpPr>
          <p:spPr>
            <a:xfrm>
              <a:off x="10819903" y="2041945"/>
              <a:ext cx="676772" cy="1367132"/>
            </a:xfrm>
            <a:custGeom>
              <a:avLst/>
              <a:gdLst>
                <a:gd name="connsiteX0" fmla="*/ 0 w 676772"/>
                <a:gd name="connsiteY0" fmla="*/ 683566 h 1367132"/>
                <a:gd name="connsiteX1" fmla="*/ 676773 w 676772"/>
                <a:gd name="connsiteY1" fmla="*/ 1367132 h 1367132"/>
                <a:gd name="connsiteX2" fmla="*/ 676773 w 676772"/>
                <a:gd name="connsiteY2" fmla="*/ 0 h 1367132"/>
                <a:gd name="connsiteX3" fmla="*/ 0 w 676772"/>
                <a:gd name="connsiteY3" fmla="*/ 683566 h 136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772" h="1367132">
                  <a:moveTo>
                    <a:pt x="0" y="683566"/>
                  </a:moveTo>
                  <a:cubicBezTo>
                    <a:pt x="0" y="1061091"/>
                    <a:pt x="303766" y="1367132"/>
                    <a:pt x="676773" y="1367132"/>
                  </a:cubicBezTo>
                  <a:lnTo>
                    <a:pt x="676773" y="0"/>
                  </a:lnTo>
                  <a:cubicBezTo>
                    <a:pt x="303766" y="0"/>
                    <a:pt x="0" y="306041"/>
                    <a:pt x="0" y="683566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8" name="Vrije vorm 147">
              <a:extLst>
                <a:ext uri="{FF2B5EF4-FFF2-40B4-BE49-F238E27FC236}">
                  <a16:creationId xmlns:a16="http://schemas.microsoft.com/office/drawing/2014/main" id="{90EC2FFA-7F6E-7909-1BC2-9BF8D30CF345}"/>
                </a:ext>
              </a:extLst>
            </p:cNvPr>
            <p:cNvSpPr/>
            <p:nvPr userDrawn="1"/>
          </p:nvSpPr>
          <p:spPr>
            <a:xfrm>
              <a:off x="10823897" y="0"/>
              <a:ext cx="1371414" cy="1371600"/>
            </a:xfrm>
            <a:custGeom>
              <a:avLst/>
              <a:gdLst>
                <a:gd name="connsiteX0" fmla="*/ 0 w 1371414"/>
                <a:gd name="connsiteY0" fmla="*/ 0 h 1371600"/>
                <a:gd name="connsiteX1" fmla="*/ 1371414 w 1371414"/>
                <a:gd name="connsiteY1" fmla="*/ 1371600 h 1371600"/>
                <a:gd name="connsiteX2" fmla="*/ 1371414 w 1371414"/>
                <a:gd name="connsiteY2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414" h="1371600">
                  <a:moveTo>
                    <a:pt x="0" y="0"/>
                  </a:moveTo>
                  <a:lnTo>
                    <a:pt x="1371414" y="1371600"/>
                  </a:lnTo>
                  <a:lnTo>
                    <a:pt x="1371414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9" name="Vrije vorm 148">
              <a:extLst>
                <a:ext uri="{FF2B5EF4-FFF2-40B4-BE49-F238E27FC236}">
                  <a16:creationId xmlns:a16="http://schemas.microsoft.com/office/drawing/2014/main" id="{DB0183D0-2300-4057-85D5-F96CF83FAA6C}"/>
                </a:ext>
              </a:extLst>
            </p:cNvPr>
            <p:cNvSpPr/>
            <p:nvPr userDrawn="1"/>
          </p:nvSpPr>
          <p:spPr>
            <a:xfrm>
              <a:off x="9481519" y="685799"/>
              <a:ext cx="1358012" cy="1373833"/>
            </a:xfrm>
            <a:custGeom>
              <a:avLst/>
              <a:gdLst>
                <a:gd name="connsiteX0" fmla="*/ 0 w 1358012"/>
                <a:gd name="connsiteY0" fmla="*/ 0 h 1373833"/>
                <a:gd name="connsiteX1" fmla="*/ 1358013 w 1358012"/>
                <a:gd name="connsiteY1" fmla="*/ 0 h 1373833"/>
                <a:gd name="connsiteX2" fmla="*/ 1358013 w 1358012"/>
                <a:gd name="connsiteY2" fmla="*/ 1373834 h 1373833"/>
                <a:gd name="connsiteX3" fmla="*/ 0 w 1358012"/>
                <a:gd name="connsiteY3" fmla="*/ 1373834 h 137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012" h="1373833">
                  <a:moveTo>
                    <a:pt x="0" y="0"/>
                  </a:moveTo>
                  <a:lnTo>
                    <a:pt x="1358013" y="0"/>
                  </a:lnTo>
                  <a:lnTo>
                    <a:pt x="1358013" y="1373834"/>
                  </a:lnTo>
                  <a:lnTo>
                    <a:pt x="0" y="137383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55988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|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227773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Tekst + afbeelding | Links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912325-F628-5743-AD10-4F1E00E711AC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844675"/>
            <a:ext cx="5053013" cy="4321175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B4C5B2-4D4F-B1B7-824E-851571E6C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84200"/>
            <a:ext cx="5053012" cy="396875"/>
          </a:xfrm>
        </p:spPr>
        <p:txBody>
          <a:bodyPr/>
          <a:lstStyle/>
          <a:p>
            <a:r>
              <a:rPr lang="nl-NL" dirty="0"/>
              <a:t>Plaats hier je titel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6608EEE2-81D5-2E25-F14B-02C3F173A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43664" y="584200"/>
            <a:ext cx="5053011" cy="6273800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grpSp>
        <p:nvGrpSpPr>
          <p:cNvPr id="10" name="INSTRUCTIE">
            <a:extLst>
              <a:ext uri="{FF2B5EF4-FFF2-40B4-BE49-F238E27FC236}">
                <a16:creationId xmlns:a16="http://schemas.microsoft.com/office/drawing/2014/main" id="{4DEC1834-C3BE-D197-4230-FDD3A16D3A5D}"/>
              </a:ext>
            </a:extLst>
          </p:cNvPr>
          <p:cNvGrpSpPr/>
          <p:nvPr userDrawn="1"/>
        </p:nvGrpSpPr>
        <p:grpSpPr>
          <a:xfrm>
            <a:off x="12377867" y="0"/>
            <a:ext cx="3593091" cy="6025208"/>
            <a:chOff x="-3786165" y="0"/>
            <a:chExt cx="3593091" cy="6025208"/>
          </a:xfrm>
        </p:grpSpPr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EFC32D57-B75E-3542-03BF-865D5BEB676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60252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85EB2A40-DAE4-90C6-0078-CFBC13D3EF6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2E47BFF3-7B6F-0493-9116-8B4BB4FAC14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A0278586-FE98-F73C-4917-ABE38A384E38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11" name="Rechthoek 210">
                <a:extLst>
                  <a:ext uri="{FF2B5EF4-FFF2-40B4-BE49-F238E27FC236}">
                    <a16:creationId xmlns:a16="http://schemas.microsoft.com/office/drawing/2014/main" id="{2FAAB7D8-8743-6C33-4DA0-A8D9CC579576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2" name="Ovaal 211">
                <a:extLst>
                  <a:ext uri="{FF2B5EF4-FFF2-40B4-BE49-F238E27FC236}">
                    <a16:creationId xmlns:a16="http://schemas.microsoft.com/office/drawing/2014/main" id="{4A38FE3E-7619-9F76-7BDE-0C1964DE6EED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3" name="Vrije vorm: vorm 245">
                <a:extLst>
                  <a:ext uri="{FF2B5EF4-FFF2-40B4-BE49-F238E27FC236}">
                    <a16:creationId xmlns:a16="http://schemas.microsoft.com/office/drawing/2014/main" id="{AD48AC7B-2506-CACD-70E1-E3DC22334FD8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4" name="Rechthoek: afgeronde hoeken 246">
                <a:extLst>
                  <a:ext uri="{FF2B5EF4-FFF2-40B4-BE49-F238E27FC236}">
                    <a16:creationId xmlns:a16="http://schemas.microsoft.com/office/drawing/2014/main" id="{FCE36A14-1185-00A9-2B1B-CF9E34963B2D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15" name="Rechte verbindingslijn 214">
                <a:extLst>
                  <a:ext uri="{FF2B5EF4-FFF2-40B4-BE49-F238E27FC236}">
                    <a16:creationId xmlns:a16="http://schemas.microsoft.com/office/drawing/2014/main" id="{8CF9C3A4-CA3E-92D8-C90E-8BC0B051421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6" name="Rechte verbindingslijn 215">
                <a:extLst>
                  <a:ext uri="{FF2B5EF4-FFF2-40B4-BE49-F238E27FC236}">
                    <a16:creationId xmlns:a16="http://schemas.microsoft.com/office/drawing/2014/main" id="{0EC8DD73-558E-787F-0C6F-6EBC749EA117}"/>
                  </a:ext>
                </a:extLst>
              </p:cNvPr>
              <p:cNvCxnSpPr>
                <a:cxnSpLocks/>
                <a:stCxn id="21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77A1BB-1DC7-EE16-1D2E-5959D0F17EE5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35B8D7B0-AB3D-3D68-3F1B-20A340EBA933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01F00217-BFCF-4F1C-AEC9-8C933AE1985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08" name="Rechthoek 207">
                <a:extLst>
                  <a:ext uri="{FF2B5EF4-FFF2-40B4-BE49-F238E27FC236}">
                    <a16:creationId xmlns:a16="http://schemas.microsoft.com/office/drawing/2014/main" id="{7AF8BA61-71CD-8FAE-AA41-4EA1ED577E3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A39A1A85-0AF5-108B-70D1-10C19FEF9F8B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10" name="Gelijkbenige driehoek 242">
                <a:extLst>
                  <a:ext uri="{FF2B5EF4-FFF2-40B4-BE49-F238E27FC236}">
                    <a16:creationId xmlns:a16="http://schemas.microsoft.com/office/drawing/2014/main" id="{5C573CCB-6E8F-28DE-73C2-1E3953C71DA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F1B8983C-ABCE-2A6A-83E4-C17EB698B5E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4F985389-9793-C7C1-023A-653E7564D075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4" name="Ovaal 163">
              <a:extLst>
                <a:ext uri="{FF2B5EF4-FFF2-40B4-BE49-F238E27FC236}">
                  <a16:creationId xmlns:a16="http://schemas.microsoft.com/office/drawing/2014/main" id="{37CB6B91-1A74-9449-80C5-8777F49C012D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5" name="Rechthoek 164">
              <a:extLst>
                <a:ext uri="{FF2B5EF4-FFF2-40B4-BE49-F238E27FC236}">
                  <a16:creationId xmlns:a16="http://schemas.microsoft.com/office/drawing/2014/main" id="{E5C13A17-A50B-96F5-EAF5-82EBE7D20F05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D759E83D-51D6-EE7B-1D82-14E55F5B7ECC}"/>
                </a:ext>
              </a:extLst>
            </p:cNvPr>
            <p:cNvGrpSpPr/>
            <p:nvPr userDrawn="1"/>
          </p:nvGrpSpPr>
          <p:grpSpPr>
            <a:xfrm>
              <a:off x="-3408294" y="5236167"/>
              <a:ext cx="622283" cy="612919"/>
              <a:chOff x="12617641" y="3403239"/>
              <a:chExt cx="752963" cy="741634"/>
            </a:xfrm>
          </p:grpSpPr>
          <p:grpSp>
            <p:nvGrpSpPr>
              <p:cNvPr id="190" name="Groep 189">
                <a:extLst>
                  <a:ext uri="{FF2B5EF4-FFF2-40B4-BE49-F238E27FC236}">
                    <a16:creationId xmlns:a16="http://schemas.microsoft.com/office/drawing/2014/main" id="{BF777A9E-BC2C-93A4-9ECF-25B2F8E31FA0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93" name="Groep 192">
                  <a:extLst>
                    <a:ext uri="{FF2B5EF4-FFF2-40B4-BE49-F238E27FC236}">
                      <a16:creationId xmlns:a16="http://schemas.microsoft.com/office/drawing/2014/main" id="{2A57896C-1AD3-3DEB-46B5-5C87240C2661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00" name="Groep 199">
                    <a:extLst>
                      <a:ext uri="{FF2B5EF4-FFF2-40B4-BE49-F238E27FC236}">
                        <a16:creationId xmlns:a16="http://schemas.microsoft.com/office/drawing/2014/main" id="{D7A36E56-4684-032C-F525-3E874398322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03" name="Rechthoek 202">
                      <a:extLst>
                        <a:ext uri="{FF2B5EF4-FFF2-40B4-BE49-F238E27FC236}">
                          <a16:creationId xmlns:a16="http://schemas.microsoft.com/office/drawing/2014/main" id="{B8733AA3-62C7-3AD8-EFAF-5D3BA6631F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4" name="Rechthoek 203">
                      <a:extLst>
                        <a:ext uri="{FF2B5EF4-FFF2-40B4-BE49-F238E27FC236}">
                          <a16:creationId xmlns:a16="http://schemas.microsoft.com/office/drawing/2014/main" id="{0682C7AF-4FF6-8810-251F-64DFE1278B5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5" name="Ovaal 204">
                      <a:extLst>
                        <a:ext uri="{FF2B5EF4-FFF2-40B4-BE49-F238E27FC236}">
                          <a16:creationId xmlns:a16="http://schemas.microsoft.com/office/drawing/2014/main" id="{37F73B50-9968-4200-3061-142CA79A65F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01" name="Afbeelding 200">
                    <a:extLst>
                      <a:ext uri="{FF2B5EF4-FFF2-40B4-BE49-F238E27FC236}">
                        <a16:creationId xmlns:a16="http://schemas.microsoft.com/office/drawing/2014/main" id="{BFF52D33-3265-9548-8DEC-5A27469F19D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02" name="Afbeelding 201">
                    <a:extLst>
                      <a:ext uri="{FF2B5EF4-FFF2-40B4-BE49-F238E27FC236}">
                        <a16:creationId xmlns:a16="http://schemas.microsoft.com/office/drawing/2014/main" id="{C39B770E-9516-5D2F-09C9-8BD0036F3D9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ep 193">
                  <a:extLst>
                    <a:ext uri="{FF2B5EF4-FFF2-40B4-BE49-F238E27FC236}">
                      <a16:creationId xmlns:a16="http://schemas.microsoft.com/office/drawing/2014/main" id="{CDE98CD7-9F11-DC2E-5336-4B6F1AD6BEB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8" name="Rechthoek 197">
                    <a:extLst>
                      <a:ext uri="{FF2B5EF4-FFF2-40B4-BE49-F238E27FC236}">
                        <a16:creationId xmlns:a16="http://schemas.microsoft.com/office/drawing/2014/main" id="{0D6D8D3A-9BEF-0D0C-8D8B-7498F92D2F1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" name="Rechthoek 198">
                    <a:extLst>
                      <a:ext uri="{FF2B5EF4-FFF2-40B4-BE49-F238E27FC236}">
                        <a16:creationId xmlns:a16="http://schemas.microsoft.com/office/drawing/2014/main" id="{11EC19E4-B330-1703-A910-EFA281D445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6E3CFDED-FE84-98D7-787A-62F8E2B1ACA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6" name="Rechthoek 195">
                    <a:extLst>
                      <a:ext uri="{FF2B5EF4-FFF2-40B4-BE49-F238E27FC236}">
                        <a16:creationId xmlns:a16="http://schemas.microsoft.com/office/drawing/2014/main" id="{EDF9CBF9-CC21-B444-A816-B0FEE40D9D9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7" name="Rechthoek 196">
                    <a:extLst>
                      <a:ext uri="{FF2B5EF4-FFF2-40B4-BE49-F238E27FC236}">
                        <a16:creationId xmlns:a16="http://schemas.microsoft.com/office/drawing/2014/main" id="{476D03CF-DB33-B91A-818B-8D05F77C64C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91" name="Rechthoek 190">
                <a:extLst>
                  <a:ext uri="{FF2B5EF4-FFF2-40B4-BE49-F238E27FC236}">
                    <a16:creationId xmlns:a16="http://schemas.microsoft.com/office/drawing/2014/main" id="{FAB516BA-3DB0-0F63-6CCB-85B20B69906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192" name="Gelijkbenige driehoek 224">
                <a:extLst>
                  <a:ext uri="{FF2B5EF4-FFF2-40B4-BE49-F238E27FC236}">
                    <a16:creationId xmlns:a16="http://schemas.microsoft.com/office/drawing/2014/main" id="{170644AF-2C2E-0B85-AC7C-5F465713F2F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D4F582EB-9866-4E47-0AA4-F3B582400EB3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8" name="Groep 167">
              <a:extLst>
                <a:ext uri="{FF2B5EF4-FFF2-40B4-BE49-F238E27FC236}">
                  <a16:creationId xmlns:a16="http://schemas.microsoft.com/office/drawing/2014/main" id="{61793C7C-F8FF-0EAB-BD53-A8E5DD591012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169" name="Rechthoek 168">
                <a:extLst>
                  <a:ext uri="{FF2B5EF4-FFF2-40B4-BE49-F238E27FC236}">
                    <a16:creationId xmlns:a16="http://schemas.microsoft.com/office/drawing/2014/main" id="{56D6FE42-E937-0934-B8A7-DD6BFB429AA7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65B67E18-E41F-394D-6014-FC064A3883D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1" name="Groep 170">
                <a:extLst>
                  <a:ext uri="{FF2B5EF4-FFF2-40B4-BE49-F238E27FC236}">
                    <a16:creationId xmlns:a16="http://schemas.microsoft.com/office/drawing/2014/main" id="{5C9AF54C-9436-2D23-3E99-454F03400E60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84" name="Rechthoek: afgeronde hoeken 216">
                  <a:extLst>
                    <a:ext uri="{FF2B5EF4-FFF2-40B4-BE49-F238E27FC236}">
                      <a16:creationId xmlns:a16="http://schemas.microsoft.com/office/drawing/2014/main" id="{C4CB6865-48EB-5E5A-07AC-428A41B224C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5" name="Rechthoek 184">
                  <a:extLst>
                    <a:ext uri="{FF2B5EF4-FFF2-40B4-BE49-F238E27FC236}">
                      <a16:creationId xmlns:a16="http://schemas.microsoft.com/office/drawing/2014/main" id="{90AEFAA0-7C76-D64B-D54B-9FE25024BF7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48BF6DD-F8C6-F72B-BEFB-FAC9BEF60687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0D867D0F-7891-5112-AD63-84F744E596BE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8" name="Rechthoek 187">
                  <a:extLst>
                    <a:ext uri="{FF2B5EF4-FFF2-40B4-BE49-F238E27FC236}">
                      <a16:creationId xmlns:a16="http://schemas.microsoft.com/office/drawing/2014/main" id="{7E64D393-FD79-A231-4E16-F2EEAC338537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9" name="Rechthoek 188">
                  <a:extLst>
                    <a:ext uri="{FF2B5EF4-FFF2-40B4-BE49-F238E27FC236}">
                      <a16:creationId xmlns:a16="http://schemas.microsoft.com/office/drawing/2014/main" id="{9D6EBC3A-B634-5120-F3EF-ADF1647C4D04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1EE7C00E-D906-1344-4119-80A03CDAC79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76" name="Groep 175">
                  <a:extLst>
                    <a:ext uri="{FF2B5EF4-FFF2-40B4-BE49-F238E27FC236}">
                      <a16:creationId xmlns:a16="http://schemas.microsoft.com/office/drawing/2014/main" id="{D9443795-8E15-EA5A-6538-824A2F1DC982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78" name="Rechthoek: afgeronde hoeken 210">
                    <a:extLst>
                      <a:ext uri="{FF2B5EF4-FFF2-40B4-BE49-F238E27FC236}">
                        <a16:creationId xmlns:a16="http://schemas.microsoft.com/office/drawing/2014/main" id="{5EBFCA26-0FEB-1478-ADE1-BC48C8BC1B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9" name="Rechthoek 178">
                    <a:extLst>
                      <a:ext uri="{FF2B5EF4-FFF2-40B4-BE49-F238E27FC236}">
                        <a16:creationId xmlns:a16="http://schemas.microsoft.com/office/drawing/2014/main" id="{96029933-2216-40D3-A9BD-9181D20AE2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0" name="Rechthoek 179">
                    <a:extLst>
                      <a:ext uri="{FF2B5EF4-FFF2-40B4-BE49-F238E27FC236}">
                        <a16:creationId xmlns:a16="http://schemas.microsoft.com/office/drawing/2014/main" id="{44DB749D-433F-D8B4-FA9B-64AB0ACDB5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1" name="Rechthoek 180">
                    <a:extLst>
                      <a:ext uri="{FF2B5EF4-FFF2-40B4-BE49-F238E27FC236}">
                        <a16:creationId xmlns:a16="http://schemas.microsoft.com/office/drawing/2014/main" id="{4E240B57-E9AB-72C7-9226-D7D19ED2EEB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D7DE2F53-E1AC-96F8-691D-6D834A36AD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B5D89110-848B-15ED-C6A0-1537CB45EC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77" name="Boog 176">
                  <a:extLst>
                    <a:ext uri="{FF2B5EF4-FFF2-40B4-BE49-F238E27FC236}">
                      <a16:creationId xmlns:a16="http://schemas.microsoft.com/office/drawing/2014/main" id="{56D9A2C2-5AAC-8D46-BF68-A08FECE59551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823863B4-C588-7E9E-D139-312C745749C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174" name="Tekstvak 173">
                <a:extLst>
                  <a:ext uri="{FF2B5EF4-FFF2-40B4-BE49-F238E27FC236}">
                    <a16:creationId xmlns:a16="http://schemas.microsoft.com/office/drawing/2014/main" id="{601D2DD8-9F80-F562-43D2-E2B11F1C542B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175" name="Vrije vorm: vorm 207">
                <a:extLst>
                  <a:ext uri="{FF2B5EF4-FFF2-40B4-BE49-F238E27FC236}">
                    <a16:creationId xmlns:a16="http://schemas.microsoft.com/office/drawing/2014/main" id="{54AE9247-DCD5-692B-09AD-76AA6D6FF573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568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|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241790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Tekst + afbeelding | Rechts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87B0C2D-DDCA-F145-AF08-37F18FF84C3F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41700" y="1844675"/>
            <a:ext cx="5053013" cy="4321175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B4C5B2-4D4F-B1B7-824E-851571E6C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1700" y="584200"/>
            <a:ext cx="5053012" cy="396875"/>
          </a:xfrm>
        </p:spPr>
        <p:txBody>
          <a:bodyPr/>
          <a:lstStyle/>
          <a:p>
            <a:r>
              <a:rPr lang="nl-NL" dirty="0"/>
              <a:t>Plaats hier je titel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6608EEE2-81D5-2E25-F14B-02C3F173A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5752800" cy="6858000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grpSp>
        <p:nvGrpSpPr>
          <p:cNvPr id="10" name="INSTRUCTIE">
            <a:extLst>
              <a:ext uri="{FF2B5EF4-FFF2-40B4-BE49-F238E27FC236}">
                <a16:creationId xmlns:a16="http://schemas.microsoft.com/office/drawing/2014/main" id="{FA6685D2-EA3D-AD45-A680-41CB80049F9E}"/>
              </a:ext>
            </a:extLst>
          </p:cNvPr>
          <p:cNvGrpSpPr/>
          <p:nvPr userDrawn="1"/>
        </p:nvGrpSpPr>
        <p:grpSpPr>
          <a:xfrm>
            <a:off x="-3786165" y="0"/>
            <a:ext cx="3593091" cy="6025208"/>
            <a:chOff x="-3786165" y="0"/>
            <a:chExt cx="3593091" cy="6025208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920EE2D9-0EEA-8C18-9AAA-0346BCA17B18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60252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B737D41-6344-3A63-75F3-C5F7A2A2EA2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AA4D3957-8393-64A2-B306-C8023CEDA77C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" name="Groep 14">
              <a:extLst>
                <a:ext uri="{FF2B5EF4-FFF2-40B4-BE49-F238E27FC236}">
                  <a16:creationId xmlns:a16="http://schemas.microsoft.com/office/drawing/2014/main" id="{B38BB4A7-4388-96C0-2CB1-4EE52C51E91E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EAE137E6-1BA3-9383-B8A9-A7BD62557082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Ovaal 70">
                <a:extLst>
                  <a:ext uri="{FF2B5EF4-FFF2-40B4-BE49-F238E27FC236}">
                    <a16:creationId xmlns:a16="http://schemas.microsoft.com/office/drawing/2014/main" id="{BC139CCB-62C6-5E91-01DA-B9F3D99FD83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Vrije vorm: vorm 161">
                <a:extLst>
                  <a:ext uri="{FF2B5EF4-FFF2-40B4-BE49-F238E27FC236}">
                    <a16:creationId xmlns:a16="http://schemas.microsoft.com/office/drawing/2014/main" id="{520F1923-E8C7-55B4-2D06-C52CC4B70F7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Rechthoek: afgeronde hoeken 162">
                <a:extLst>
                  <a:ext uri="{FF2B5EF4-FFF2-40B4-BE49-F238E27FC236}">
                    <a16:creationId xmlns:a16="http://schemas.microsoft.com/office/drawing/2014/main" id="{14F89184-6FF4-2699-C6D5-E43A764E6CA9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74" name="Rechte verbindingslijn 73">
                <a:extLst>
                  <a:ext uri="{FF2B5EF4-FFF2-40B4-BE49-F238E27FC236}">
                    <a16:creationId xmlns:a16="http://schemas.microsoft.com/office/drawing/2014/main" id="{35EB633F-441F-7ACB-EBEF-4FBDEFFD08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Rechte verbindingslijn 74">
                <a:extLst>
                  <a:ext uri="{FF2B5EF4-FFF2-40B4-BE49-F238E27FC236}">
                    <a16:creationId xmlns:a16="http://schemas.microsoft.com/office/drawing/2014/main" id="{2B086A7A-37FF-E235-32EA-61AD40675DF0}"/>
                  </a:ext>
                </a:extLst>
              </p:cNvPr>
              <p:cNvCxnSpPr>
                <a:cxnSpLocks/>
                <a:stCxn id="73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B883701B-4DE2-DE0D-B652-0C5C29BE9DF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AB41F454-3924-E7DF-A41B-ED3D878CB9F6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62A0B7CA-8A82-71DD-E3DD-11C1F577C24F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67" name="Rechthoek 66">
                <a:extLst>
                  <a:ext uri="{FF2B5EF4-FFF2-40B4-BE49-F238E27FC236}">
                    <a16:creationId xmlns:a16="http://schemas.microsoft.com/office/drawing/2014/main" id="{A5A3D79B-1EB2-1ECB-D0F8-29057C1C9D08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68" name="Rechte verbindingslijn 67">
                <a:extLst>
                  <a:ext uri="{FF2B5EF4-FFF2-40B4-BE49-F238E27FC236}">
                    <a16:creationId xmlns:a16="http://schemas.microsoft.com/office/drawing/2014/main" id="{A56E2122-D04D-1792-42B7-D6C627DBFC9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69" name="Gelijkbenige driehoek 201">
                <a:extLst>
                  <a:ext uri="{FF2B5EF4-FFF2-40B4-BE49-F238E27FC236}">
                    <a16:creationId xmlns:a16="http://schemas.microsoft.com/office/drawing/2014/main" id="{7A705AFA-A7B8-0217-AD9A-DCDAC5BFE68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6007F267-B878-B412-497D-1E451DE46AF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1D9910FA-4CA3-96C7-B679-50E01E928CB7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0FC1C0DE-AE2A-5500-8A8A-5973A7968BDA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273FCF1-B90E-CD88-9402-801D502FECAD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7FFD4A7D-BB58-0FD7-B7B8-55E08783F34F}"/>
                </a:ext>
              </a:extLst>
            </p:cNvPr>
            <p:cNvGrpSpPr/>
            <p:nvPr userDrawn="1"/>
          </p:nvGrpSpPr>
          <p:grpSpPr>
            <a:xfrm>
              <a:off x="-3408294" y="5236167"/>
              <a:ext cx="622283" cy="612919"/>
              <a:chOff x="12617641" y="3403239"/>
              <a:chExt cx="752963" cy="741634"/>
            </a:xfrm>
          </p:grpSpPr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019B1320-5245-B5CE-87A0-4D7737393294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9BBDEDCA-ABBA-B04B-4221-50D38E19E943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59" name="Groep 58">
                    <a:extLst>
                      <a:ext uri="{FF2B5EF4-FFF2-40B4-BE49-F238E27FC236}">
                        <a16:creationId xmlns:a16="http://schemas.microsoft.com/office/drawing/2014/main" id="{E60C64C0-C130-6DA7-94AB-2ED8C05B569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62" name="Rechthoek 61">
                      <a:extLst>
                        <a:ext uri="{FF2B5EF4-FFF2-40B4-BE49-F238E27FC236}">
                          <a16:creationId xmlns:a16="http://schemas.microsoft.com/office/drawing/2014/main" id="{A91EA0E0-5AA2-4285-1C84-0DE98186E5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Rechthoek 62">
                      <a:extLst>
                        <a:ext uri="{FF2B5EF4-FFF2-40B4-BE49-F238E27FC236}">
                          <a16:creationId xmlns:a16="http://schemas.microsoft.com/office/drawing/2014/main" id="{EE950607-5492-EE76-3739-55B42792CA2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4" name="Ovaal 63">
                      <a:extLst>
                        <a:ext uri="{FF2B5EF4-FFF2-40B4-BE49-F238E27FC236}">
                          <a16:creationId xmlns:a16="http://schemas.microsoft.com/office/drawing/2014/main" id="{76105059-DA88-4876-6CFC-ECE2E530D51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0" name="Afbeelding 59">
                    <a:extLst>
                      <a:ext uri="{FF2B5EF4-FFF2-40B4-BE49-F238E27FC236}">
                        <a16:creationId xmlns:a16="http://schemas.microsoft.com/office/drawing/2014/main" id="{DF6FB2E7-8EF6-91C0-AD2D-F83F7EF9312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1" name="Afbeelding 60">
                    <a:extLst>
                      <a:ext uri="{FF2B5EF4-FFF2-40B4-BE49-F238E27FC236}">
                        <a16:creationId xmlns:a16="http://schemas.microsoft.com/office/drawing/2014/main" id="{8B38C7D8-B85F-A461-E95F-44D81B468F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3" name="Groep 52">
                  <a:extLst>
                    <a:ext uri="{FF2B5EF4-FFF2-40B4-BE49-F238E27FC236}">
                      <a16:creationId xmlns:a16="http://schemas.microsoft.com/office/drawing/2014/main" id="{B6A96C33-8B0E-65B0-48B3-28ACC1D2E0E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7" name="Rechthoek 56">
                    <a:extLst>
                      <a:ext uri="{FF2B5EF4-FFF2-40B4-BE49-F238E27FC236}">
                        <a16:creationId xmlns:a16="http://schemas.microsoft.com/office/drawing/2014/main" id="{8CBF87C1-E9D8-5DF4-2FE9-70CBD1CDFB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8" name="Rechthoek 57">
                    <a:extLst>
                      <a:ext uri="{FF2B5EF4-FFF2-40B4-BE49-F238E27FC236}">
                        <a16:creationId xmlns:a16="http://schemas.microsoft.com/office/drawing/2014/main" id="{D48B9A35-A37B-9C38-9477-A5DAF60F824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4" name="Groep 53">
                  <a:extLst>
                    <a:ext uri="{FF2B5EF4-FFF2-40B4-BE49-F238E27FC236}">
                      <a16:creationId xmlns:a16="http://schemas.microsoft.com/office/drawing/2014/main" id="{BF0A1CBD-0120-C2D4-1913-6EE0E00DCA1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5" name="Rechthoek 54">
                    <a:extLst>
                      <a:ext uri="{FF2B5EF4-FFF2-40B4-BE49-F238E27FC236}">
                        <a16:creationId xmlns:a16="http://schemas.microsoft.com/office/drawing/2014/main" id="{FF5BFEC3-409C-9D2F-9CE0-F608EBFD04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6" name="Rechthoek 55">
                    <a:extLst>
                      <a:ext uri="{FF2B5EF4-FFF2-40B4-BE49-F238E27FC236}">
                        <a16:creationId xmlns:a16="http://schemas.microsoft.com/office/drawing/2014/main" id="{5D065037-D695-AB48-6765-EAD2547528C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6A5E53E8-54DB-BEC5-09CA-2DAB5A1DF70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51" name="Gelijkbenige driehoek 104">
                <a:extLst>
                  <a:ext uri="{FF2B5EF4-FFF2-40B4-BE49-F238E27FC236}">
                    <a16:creationId xmlns:a16="http://schemas.microsoft.com/office/drawing/2014/main" id="{A6D1CCE1-1928-57BF-F2A3-05D8FE2AFCE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89CB80EB-E243-F729-2569-8C71B193DC5B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1A48A671-55FB-F3B4-DF58-12C015144839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259035D1-DFB0-66F3-8A57-E28B12034A6E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1CC269B3-C028-C935-6E71-B65915E1D1F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0" name="Groep 29">
                <a:extLst>
                  <a:ext uri="{FF2B5EF4-FFF2-40B4-BE49-F238E27FC236}">
                    <a16:creationId xmlns:a16="http://schemas.microsoft.com/office/drawing/2014/main" id="{C176F0D9-7CA4-EBDC-4F4F-36AB7991ACC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43" name="Rechthoek: afgeronde hoeken 135">
                  <a:extLst>
                    <a:ext uri="{FF2B5EF4-FFF2-40B4-BE49-F238E27FC236}">
                      <a16:creationId xmlns:a16="http://schemas.microsoft.com/office/drawing/2014/main" id="{C918B1EC-7241-9564-8D72-F195EEFC360F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" name="Rechthoek 43">
                  <a:extLst>
                    <a:ext uri="{FF2B5EF4-FFF2-40B4-BE49-F238E27FC236}">
                      <a16:creationId xmlns:a16="http://schemas.microsoft.com/office/drawing/2014/main" id="{41AA7DBB-DA20-5991-CDE2-F58DFCE5AE5A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Rechthoek 44">
                  <a:extLst>
                    <a:ext uri="{FF2B5EF4-FFF2-40B4-BE49-F238E27FC236}">
                      <a16:creationId xmlns:a16="http://schemas.microsoft.com/office/drawing/2014/main" id="{DFE4744A-3E42-04E4-443A-0A34DF41D19F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CE68DE8E-6B6E-ABAE-C4D5-F6B90C5EBF0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Rechthoek 46">
                  <a:extLst>
                    <a:ext uri="{FF2B5EF4-FFF2-40B4-BE49-F238E27FC236}">
                      <a16:creationId xmlns:a16="http://schemas.microsoft.com/office/drawing/2014/main" id="{D5482810-1236-A972-73C8-E4D2F9E9BBC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53C08152-1C2E-1D5E-7764-4515DC57A57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" name="Groep 30">
                <a:extLst>
                  <a:ext uri="{FF2B5EF4-FFF2-40B4-BE49-F238E27FC236}">
                    <a16:creationId xmlns:a16="http://schemas.microsoft.com/office/drawing/2014/main" id="{E07B0D0D-FADF-61BE-62B5-088C6E675264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E7F93193-4519-E080-6E3A-5402739A10D2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37" name="Rechthoek: afgeronde hoeken 129">
                    <a:extLst>
                      <a:ext uri="{FF2B5EF4-FFF2-40B4-BE49-F238E27FC236}">
                        <a16:creationId xmlns:a16="http://schemas.microsoft.com/office/drawing/2014/main" id="{310FBEB3-145E-6735-3FC7-58C9A9A6EC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C7745467-E536-A29C-BE4C-5E92804F0B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5D01AFAF-5BDD-A047-952B-DFC6EB273A7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E0CEAF2F-B46F-BE1E-FB39-B7BF5AFD6C2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E3743A2A-670B-1117-CB0B-D2F4D61EDF3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49942DB4-A13C-A00C-D079-4B6ECD0CB02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6" name="Boog 35">
                  <a:extLst>
                    <a:ext uri="{FF2B5EF4-FFF2-40B4-BE49-F238E27FC236}">
                      <a16:creationId xmlns:a16="http://schemas.microsoft.com/office/drawing/2014/main" id="{5115A7A3-7871-9F69-0838-8A54F7182266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D9C74899-498C-66D9-43C9-81A1677DFA7D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33" name="Tekstvak 32">
                <a:extLst>
                  <a:ext uri="{FF2B5EF4-FFF2-40B4-BE49-F238E27FC236}">
                    <a16:creationId xmlns:a16="http://schemas.microsoft.com/office/drawing/2014/main" id="{90DEB82C-E276-D8F1-2EE5-A159F644560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34" name="Vrije vorm: vorm 4">
                <a:extLst>
                  <a:ext uri="{FF2B5EF4-FFF2-40B4-BE49-F238E27FC236}">
                    <a16:creationId xmlns:a16="http://schemas.microsoft.com/office/drawing/2014/main" id="{92A0CEB1-9972-EEF5-BF69-F3D5EF027175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493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(2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6CE5C67B-DC6B-724B-619E-B53EE6D0F3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357813" y="1844675"/>
            <a:ext cx="3136900" cy="4321176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205171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Tekst + afbeelding (2x)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339759E-502B-AA43-9F72-000C7184E5C9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6" y="1844675"/>
            <a:ext cx="3136900" cy="4321175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6608EEE2-81D5-2E25-F14B-02C3F173A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27551" y="1844675"/>
            <a:ext cx="3136900" cy="4321176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7216ABCC-1039-A2BC-F397-7D78084533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84200"/>
            <a:ext cx="10801350" cy="396875"/>
          </a:xfrm>
        </p:spPr>
        <p:txBody>
          <a:bodyPr/>
          <a:lstStyle/>
          <a:p>
            <a:r>
              <a:rPr lang="nl-NL" dirty="0"/>
              <a:t>Plaats hier je titel</a:t>
            </a:r>
          </a:p>
        </p:txBody>
      </p:sp>
      <p:grpSp>
        <p:nvGrpSpPr>
          <p:cNvPr id="9" name="INSTRUCTIE">
            <a:extLst>
              <a:ext uri="{FF2B5EF4-FFF2-40B4-BE49-F238E27FC236}">
                <a16:creationId xmlns:a16="http://schemas.microsoft.com/office/drawing/2014/main" id="{FC642B1E-1A69-C814-0865-4B7A0B254B2F}"/>
              </a:ext>
            </a:extLst>
          </p:cNvPr>
          <p:cNvGrpSpPr/>
          <p:nvPr userDrawn="1"/>
        </p:nvGrpSpPr>
        <p:grpSpPr>
          <a:xfrm>
            <a:off x="12377867" y="0"/>
            <a:ext cx="3593091" cy="6025208"/>
            <a:chOff x="-3786165" y="0"/>
            <a:chExt cx="3593091" cy="6025208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7138A45-9327-8067-3BD8-79D33E8E3DE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60252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C14D221C-830B-2127-9451-DB4E06367D8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D184E4FD-4FA4-29E2-D4C8-3B74FAC18212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FE640DF3-3CF4-6753-85A0-88B7D54DF9AF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1E2103DD-EE49-CA4D-9CDF-2B77FF0169D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3" name="Ovaal 212">
                <a:extLst>
                  <a:ext uri="{FF2B5EF4-FFF2-40B4-BE49-F238E27FC236}">
                    <a16:creationId xmlns:a16="http://schemas.microsoft.com/office/drawing/2014/main" id="{171E8DFD-207A-D354-31B3-6552AA2FCF8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4" name="Vrije vorm: vorm 245">
                <a:extLst>
                  <a:ext uri="{FF2B5EF4-FFF2-40B4-BE49-F238E27FC236}">
                    <a16:creationId xmlns:a16="http://schemas.microsoft.com/office/drawing/2014/main" id="{C760040D-A5C4-B028-C9C4-65A14748CB0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5" name="Rechthoek: afgeronde hoeken 246">
                <a:extLst>
                  <a:ext uri="{FF2B5EF4-FFF2-40B4-BE49-F238E27FC236}">
                    <a16:creationId xmlns:a16="http://schemas.microsoft.com/office/drawing/2014/main" id="{96DD6E8D-21F4-3059-A37A-A165EAA19AE2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16" name="Rechte verbindingslijn 215">
                <a:extLst>
                  <a:ext uri="{FF2B5EF4-FFF2-40B4-BE49-F238E27FC236}">
                    <a16:creationId xmlns:a16="http://schemas.microsoft.com/office/drawing/2014/main" id="{513183EC-15FC-2A0E-6E97-817BC09945B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7" name="Rechte verbindingslijn 216">
                <a:extLst>
                  <a:ext uri="{FF2B5EF4-FFF2-40B4-BE49-F238E27FC236}">
                    <a16:creationId xmlns:a16="http://schemas.microsoft.com/office/drawing/2014/main" id="{34CCAA2F-0D80-9397-CF5A-7B6E31FB30F7}"/>
                  </a:ext>
                </a:extLst>
              </p:cNvPr>
              <p:cNvCxnSpPr>
                <a:cxnSpLocks/>
                <a:stCxn id="2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22888BD8-C60C-FF5F-1222-77F26CC2E695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0F25A42D-B8EB-0D3F-665D-76E782C9F41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BAC507CB-CFD8-62A6-5F5B-0EA70EC9ADF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09" name="Rechthoek 208">
                <a:extLst>
                  <a:ext uri="{FF2B5EF4-FFF2-40B4-BE49-F238E27FC236}">
                    <a16:creationId xmlns:a16="http://schemas.microsoft.com/office/drawing/2014/main" id="{6E4745E7-E4AE-9849-B59F-048700277B6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E117F057-1FF9-9F46-3529-8FF44738006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11" name="Gelijkbenige driehoek 242">
                <a:extLst>
                  <a:ext uri="{FF2B5EF4-FFF2-40B4-BE49-F238E27FC236}">
                    <a16:creationId xmlns:a16="http://schemas.microsoft.com/office/drawing/2014/main" id="{C0623A6C-2A4D-0C18-153E-36B9AA1C032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3C79E6E9-4DAF-5603-9CAD-416037B6E7A7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56067F53-665C-3C29-E443-05CFD8259E05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A72491A6-2645-107A-5114-5167F792F338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6" name="Rechthoek 165">
              <a:extLst>
                <a:ext uri="{FF2B5EF4-FFF2-40B4-BE49-F238E27FC236}">
                  <a16:creationId xmlns:a16="http://schemas.microsoft.com/office/drawing/2014/main" id="{9CC559B8-8A4B-24B4-52D7-D6FD5374B542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7205FA4E-FCD6-EEC9-8A84-922DDC82503B}"/>
                </a:ext>
              </a:extLst>
            </p:cNvPr>
            <p:cNvGrpSpPr/>
            <p:nvPr userDrawn="1"/>
          </p:nvGrpSpPr>
          <p:grpSpPr>
            <a:xfrm>
              <a:off x="-3408294" y="5236167"/>
              <a:ext cx="622283" cy="612919"/>
              <a:chOff x="12617641" y="3403239"/>
              <a:chExt cx="752963" cy="741634"/>
            </a:xfrm>
          </p:grpSpPr>
          <p:grpSp>
            <p:nvGrpSpPr>
              <p:cNvPr id="191" name="Groep 190">
                <a:extLst>
                  <a:ext uri="{FF2B5EF4-FFF2-40B4-BE49-F238E27FC236}">
                    <a16:creationId xmlns:a16="http://schemas.microsoft.com/office/drawing/2014/main" id="{8C86E1AD-B1D1-EDC1-C47B-6D2966A29B1F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94" name="Groep 193">
                  <a:extLst>
                    <a:ext uri="{FF2B5EF4-FFF2-40B4-BE49-F238E27FC236}">
                      <a16:creationId xmlns:a16="http://schemas.microsoft.com/office/drawing/2014/main" id="{B5F5D4D3-EC24-47BC-05E1-F99F7940BA3D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01" name="Groep 200">
                    <a:extLst>
                      <a:ext uri="{FF2B5EF4-FFF2-40B4-BE49-F238E27FC236}">
                        <a16:creationId xmlns:a16="http://schemas.microsoft.com/office/drawing/2014/main" id="{59D0CDB0-8AA7-8CD6-0FD7-F4E784409C9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04" name="Rechthoek 203">
                      <a:extLst>
                        <a:ext uri="{FF2B5EF4-FFF2-40B4-BE49-F238E27FC236}">
                          <a16:creationId xmlns:a16="http://schemas.microsoft.com/office/drawing/2014/main" id="{975A6F72-DBAD-8E0D-DA6B-9215702BB0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5" name="Rechthoek 204">
                      <a:extLst>
                        <a:ext uri="{FF2B5EF4-FFF2-40B4-BE49-F238E27FC236}">
                          <a16:creationId xmlns:a16="http://schemas.microsoft.com/office/drawing/2014/main" id="{69B022A6-86CB-8D63-B391-C45D78CEE40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6" name="Ovaal 205">
                      <a:extLst>
                        <a:ext uri="{FF2B5EF4-FFF2-40B4-BE49-F238E27FC236}">
                          <a16:creationId xmlns:a16="http://schemas.microsoft.com/office/drawing/2014/main" id="{53A995F2-17A5-AF9D-3EFB-B0AD90825BD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02" name="Afbeelding 201">
                    <a:extLst>
                      <a:ext uri="{FF2B5EF4-FFF2-40B4-BE49-F238E27FC236}">
                        <a16:creationId xmlns:a16="http://schemas.microsoft.com/office/drawing/2014/main" id="{37653912-654E-337F-5FAC-E72063D821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03" name="Afbeelding 202">
                    <a:extLst>
                      <a:ext uri="{FF2B5EF4-FFF2-40B4-BE49-F238E27FC236}">
                        <a16:creationId xmlns:a16="http://schemas.microsoft.com/office/drawing/2014/main" id="{AB4BA024-9E35-4D45-0FB2-34EEE22A3B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E8C49BFC-8CCC-0696-AC78-039F42D59E7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9" name="Rechthoek 198">
                    <a:extLst>
                      <a:ext uri="{FF2B5EF4-FFF2-40B4-BE49-F238E27FC236}">
                        <a16:creationId xmlns:a16="http://schemas.microsoft.com/office/drawing/2014/main" id="{2ACEBDEB-2838-0A37-7609-F9C58491A4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0" name="Rechthoek 199">
                    <a:extLst>
                      <a:ext uri="{FF2B5EF4-FFF2-40B4-BE49-F238E27FC236}">
                        <a16:creationId xmlns:a16="http://schemas.microsoft.com/office/drawing/2014/main" id="{E3B10537-3C38-E06C-6FE6-AC70C33A101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6" name="Groep 195">
                  <a:extLst>
                    <a:ext uri="{FF2B5EF4-FFF2-40B4-BE49-F238E27FC236}">
                      <a16:creationId xmlns:a16="http://schemas.microsoft.com/office/drawing/2014/main" id="{70A61837-8913-E144-D323-0D6D5F15F17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7" name="Rechthoek 196">
                    <a:extLst>
                      <a:ext uri="{FF2B5EF4-FFF2-40B4-BE49-F238E27FC236}">
                        <a16:creationId xmlns:a16="http://schemas.microsoft.com/office/drawing/2014/main" id="{7272370B-E5CB-387A-46C2-1C82173A9C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" name="Rechthoek 197">
                    <a:extLst>
                      <a:ext uri="{FF2B5EF4-FFF2-40B4-BE49-F238E27FC236}">
                        <a16:creationId xmlns:a16="http://schemas.microsoft.com/office/drawing/2014/main" id="{A3E79C8D-2384-ED56-7862-F85A0746413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1676C75F-443E-3478-5307-7094BF75DFF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193" name="Gelijkbenige driehoek 224">
                <a:extLst>
                  <a:ext uri="{FF2B5EF4-FFF2-40B4-BE49-F238E27FC236}">
                    <a16:creationId xmlns:a16="http://schemas.microsoft.com/office/drawing/2014/main" id="{68604CA8-E7DE-8073-AA5D-3893FFFAD26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E909D26E-7AF1-A8C9-A857-03B83D524258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9" name="Groep 168">
              <a:extLst>
                <a:ext uri="{FF2B5EF4-FFF2-40B4-BE49-F238E27FC236}">
                  <a16:creationId xmlns:a16="http://schemas.microsoft.com/office/drawing/2014/main" id="{9D4C3608-FE65-66B2-BBD8-A421B340C4EA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170" name="Rechthoek 169">
                <a:extLst>
                  <a:ext uri="{FF2B5EF4-FFF2-40B4-BE49-F238E27FC236}">
                    <a16:creationId xmlns:a16="http://schemas.microsoft.com/office/drawing/2014/main" id="{3CB3F287-C238-D132-DD65-FDA62977CB7F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7790EA1A-07E0-3307-161C-82AC526F63F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2" name="Groep 171">
                <a:extLst>
                  <a:ext uri="{FF2B5EF4-FFF2-40B4-BE49-F238E27FC236}">
                    <a16:creationId xmlns:a16="http://schemas.microsoft.com/office/drawing/2014/main" id="{1CEB180D-9B05-88BD-4B25-18C4A064F400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185" name="Rechthoek: afgeronde hoeken 216">
                  <a:extLst>
                    <a:ext uri="{FF2B5EF4-FFF2-40B4-BE49-F238E27FC236}">
                      <a16:creationId xmlns:a16="http://schemas.microsoft.com/office/drawing/2014/main" id="{23C7AD39-F163-0710-A35B-06415A2DD95F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EB002B9E-B48B-85EE-D9DE-64F1DF4C3F0D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7" name="Rechthoek 186">
                  <a:extLst>
                    <a:ext uri="{FF2B5EF4-FFF2-40B4-BE49-F238E27FC236}">
                      <a16:creationId xmlns:a16="http://schemas.microsoft.com/office/drawing/2014/main" id="{E44944C6-9819-1E2C-4DCC-AB47255E2E3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8" name="Rechthoek 187">
                  <a:extLst>
                    <a:ext uri="{FF2B5EF4-FFF2-40B4-BE49-F238E27FC236}">
                      <a16:creationId xmlns:a16="http://schemas.microsoft.com/office/drawing/2014/main" id="{C22A3362-FA7D-5322-7F9D-6C16A7688159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9" name="Rechthoek 188">
                  <a:extLst>
                    <a:ext uri="{FF2B5EF4-FFF2-40B4-BE49-F238E27FC236}">
                      <a16:creationId xmlns:a16="http://schemas.microsoft.com/office/drawing/2014/main" id="{9B521EC7-6227-C863-DDDB-CA7AF89BF376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0" name="Rechthoek 189">
                  <a:extLst>
                    <a:ext uri="{FF2B5EF4-FFF2-40B4-BE49-F238E27FC236}">
                      <a16:creationId xmlns:a16="http://schemas.microsoft.com/office/drawing/2014/main" id="{64E2F5AA-E40D-26FB-EE85-81B8D48F4353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3" name="Groep 172">
                <a:extLst>
                  <a:ext uri="{FF2B5EF4-FFF2-40B4-BE49-F238E27FC236}">
                    <a16:creationId xmlns:a16="http://schemas.microsoft.com/office/drawing/2014/main" id="{F34F10E1-DC06-1B40-8B23-2274C20613F6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177" name="Groep 176">
                  <a:extLst>
                    <a:ext uri="{FF2B5EF4-FFF2-40B4-BE49-F238E27FC236}">
                      <a16:creationId xmlns:a16="http://schemas.microsoft.com/office/drawing/2014/main" id="{FBFE7F95-CC29-C5F3-4B56-F71F83F64E54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179" name="Rechthoek: afgeronde hoeken 210">
                    <a:extLst>
                      <a:ext uri="{FF2B5EF4-FFF2-40B4-BE49-F238E27FC236}">
                        <a16:creationId xmlns:a16="http://schemas.microsoft.com/office/drawing/2014/main" id="{939897A8-1406-B95F-572A-BC555A8945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0" name="Rechthoek 179">
                    <a:extLst>
                      <a:ext uri="{FF2B5EF4-FFF2-40B4-BE49-F238E27FC236}">
                        <a16:creationId xmlns:a16="http://schemas.microsoft.com/office/drawing/2014/main" id="{64153D46-3729-9664-A869-DF52A51EAC3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1" name="Rechthoek 180">
                    <a:extLst>
                      <a:ext uri="{FF2B5EF4-FFF2-40B4-BE49-F238E27FC236}">
                        <a16:creationId xmlns:a16="http://schemas.microsoft.com/office/drawing/2014/main" id="{DF3DE787-CF16-5D0B-DE7F-84B63FB2030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" name="Rechthoek 181">
                    <a:extLst>
                      <a:ext uri="{FF2B5EF4-FFF2-40B4-BE49-F238E27FC236}">
                        <a16:creationId xmlns:a16="http://schemas.microsoft.com/office/drawing/2014/main" id="{C2AFFE5C-59E0-EDD7-113E-1D14A7C8819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" name="Rechthoek 182">
                    <a:extLst>
                      <a:ext uri="{FF2B5EF4-FFF2-40B4-BE49-F238E27FC236}">
                        <a16:creationId xmlns:a16="http://schemas.microsoft.com/office/drawing/2014/main" id="{F531B2E4-BF5A-63A4-CF22-4E39E94937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4" name="Rechthoek 183">
                    <a:extLst>
                      <a:ext uri="{FF2B5EF4-FFF2-40B4-BE49-F238E27FC236}">
                        <a16:creationId xmlns:a16="http://schemas.microsoft.com/office/drawing/2014/main" id="{B4FE20A1-BD02-7C50-864E-5AF9967D671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78" name="Boog 177">
                  <a:extLst>
                    <a:ext uri="{FF2B5EF4-FFF2-40B4-BE49-F238E27FC236}">
                      <a16:creationId xmlns:a16="http://schemas.microsoft.com/office/drawing/2014/main" id="{47E26E71-7C7F-3540-D07C-E2AAD839B0FD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74" name="Tekstvak 173">
                <a:extLst>
                  <a:ext uri="{FF2B5EF4-FFF2-40B4-BE49-F238E27FC236}">
                    <a16:creationId xmlns:a16="http://schemas.microsoft.com/office/drawing/2014/main" id="{2FB86CF2-BA4B-EBE6-9C7D-541FF32B81A3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175" name="Tekstvak 174">
                <a:extLst>
                  <a:ext uri="{FF2B5EF4-FFF2-40B4-BE49-F238E27FC236}">
                    <a16:creationId xmlns:a16="http://schemas.microsoft.com/office/drawing/2014/main" id="{F0C2A436-B262-F70F-62F0-8EF52EB6329F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176" name="Vrije vorm: vorm 207">
                <a:extLst>
                  <a:ext uri="{FF2B5EF4-FFF2-40B4-BE49-F238E27FC236}">
                    <a16:creationId xmlns:a16="http://schemas.microsoft.com/office/drawing/2014/main" id="{6A5147B0-B8F7-F4EA-4CB4-B2002401564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844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(3x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3DC5A46C-FA3A-3155-778C-A4075201FC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95326" y="3121699"/>
            <a:ext cx="3136900" cy="3044152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6CE5C67B-DC6B-724B-619E-B53EE6D0F3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357813" y="1844675"/>
            <a:ext cx="3136900" cy="4321176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205171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Tekst + afbeelding (3x)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FBF64F0-22D0-A247-B68C-9DAE44F6C303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844676"/>
            <a:ext cx="6969125" cy="5816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6608EEE2-81D5-2E25-F14B-02C3F173A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27551" y="3121699"/>
            <a:ext cx="3136900" cy="3044152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om een afbeelding in te voegen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7216ABCC-1039-A2BC-F397-7D78084533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84200"/>
            <a:ext cx="10801350" cy="396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Plaats hier je titel</a:t>
            </a:r>
          </a:p>
        </p:txBody>
      </p:sp>
      <p:grpSp>
        <p:nvGrpSpPr>
          <p:cNvPr id="221" name="INSTRUCTIE">
            <a:extLst>
              <a:ext uri="{FF2B5EF4-FFF2-40B4-BE49-F238E27FC236}">
                <a16:creationId xmlns:a16="http://schemas.microsoft.com/office/drawing/2014/main" id="{3F53A6CC-242D-C116-ABBF-9A3C2D24F4BB}"/>
              </a:ext>
            </a:extLst>
          </p:cNvPr>
          <p:cNvGrpSpPr/>
          <p:nvPr userDrawn="1"/>
        </p:nvGrpSpPr>
        <p:grpSpPr>
          <a:xfrm>
            <a:off x="-3786165" y="0"/>
            <a:ext cx="3593091" cy="6025208"/>
            <a:chOff x="-3786165" y="0"/>
            <a:chExt cx="3593091" cy="6025208"/>
          </a:xfrm>
        </p:grpSpPr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E116B4-F503-9A58-9151-1C971683165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60252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223" name="Ovaal 222">
              <a:extLst>
                <a:ext uri="{FF2B5EF4-FFF2-40B4-BE49-F238E27FC236}">
                  <a16:creationId xmlns:a16="http://schemas.microsoft.com/office/drawing/2014/main" id="{49FAB124-1558-C8D0-0192-22623AB8F88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4" name="Rechthoek 223">
              <a:extLst>
                <a:ext uri="{FF2B5EF4-FFF2-40B4-BE49-F238E27FC236}">
                  <a16:creationId xmlns:a16="http://schemas.microsoft.com/office/drawing/2014/main" id="{CEA5F2F0-2228-9223-3AEA-B0FDD31DE5F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25" name="Groep 224">
              <a:extLst>
                <a:ext uri="{FF2B5EF4-FFF2-40B4-BE49-F238E27FC236}">
                  <a16:creationId xmlns:a16="http://schemas.microsoft.com/office/drawing/2014/main" id="{3FCA392B-2931-FF06-01C7-7EFFF7E1E36E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79" name="Rechthoek 278">
                <a:extLst>
                  <a:ext uri="{FF2B5EF4-FFF2-40B4-BE49-F238E27FC236}">
                    <a16:creationId xmlns:a16="http://schemas.microsoft.com/office/drawing/2014/main" id="{FCB1278A-F25A-3F35-DFE6-033FA358E0B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0" name="Ovaal 279">
                <a:extLst>
                  <a:ext uri="{FF2B5EF4-FFF2-40B4-BE49-F238E27FC236}">
                    <a16:creationId xmlns:a16="http://schemas.microsoft.com/office/drawing/2014/main" id="{E50CF55F-6B37-056E-9AE3-EDE03F0440F2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1" name="Vrije vorm: vorm 161">
                <a:extLst>
                  <a:ext uri="{FF2B5EF4-FFF2-40B4-BE49-F238E27FC236}">
                    <a16:creationId xmlns:a16="http://schemas.microsoft.com/office/drawing/2014/main" id="{298932C9-40BC-158D-95B3-C552B5885AEF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2" name="Rechthoek: afgeronde hoeken 162">
                <a:extLst>
                  <a:ext uri="{FF2B5EF4-FFF2-40B4-BE49-F238E27FC236}">
                    <a16:creationId xmlns:a16="http://schemas.microsoft.com/office/drawing/2014/main" id="{0563732C-96A2-F407-AF9C-5B414EEC17C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83" name="Rechte verbindingslijn 282">
                <a:extLst>
                  <a:ext uri="{FF2B5EF4-FFF2-40B4-BE49-F238E27FC236}">
                    <a16:creationId xmlns:a16="http://schemas.microsoft.com/office/drawing/2014/main" id="{8D84130E-98F2-5CA4-1CE0-A589133052C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4" name="Rechte verbindingslijn 283">
                <a:extLst>
                  <a:ext uri="{FF2B5EF4-FFF2-40B4-BE49-F238E27FC236}">
                    <a16:creationId xmlns:a16="http://schemas.microsoft.com/office/drawing/2014/main" id="{9C79AED4-F77D-B868-4CD6-F3D749B5D29E}"/>
                  </a:ext>
                </a:extLst>
              </p:cNvPr>
              <p:cNvCxnSpPr>
                <a:cxnSpLocks/>
                <a:stCxn id="282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26" name="Ovaal 225">
              <a:extLst>
                <a:ext uri="{FF2B5EF4-FFF2-40B4-BE49-F238E27FC236}">
                  <a16:creationId xmlns:a16="http://schemas.microsoft.com/office/drawing/2014/main" id="{9BD8E197-136E-44E0-A95C-E7DBA8439D44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7" name="Rechthoek 226">
              <a:extLst>
                <a:ext uri="{FF2B5EF4-FFF2-40B4-BE49-F238E27FC236}">
                  <a16:creationId xmlns:a16="http://schemas.microsoft.com/office/drawing/2014/main" id="{F45570CE-3D1E-F6A0-65E3-05E07432DA5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28" name="Groep 227">
              <a:extLst>
                <a:ext uri="{FF2B5EF4-FFF2-40B4-BE49-F238E27FC236}">
                  <a16:creationId xmlns:a16="http://schemas.microsoft.com/office/drawing/2014/main" id="{B3E28C8C-C750-A43B-C962-F1AA38DCCFB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76" name="Rechthoek 275">
                <a:extLst>
                  <a:ext uri="{FF2B5EF4-FFF2-40B4-BE49-F238E27FC236}">
                    <a16:creationId xmlns:a16="http://schemas.microsoft.com/office/drawing/2014/main" id="{108AA838-FB3A-4AE4-C353-3B470693F8BB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277" name="Rechte verbindingslijn 276">
                <a:extLst>
                  <a:ext uri="{FF2B5EF4-FFF2-40B4-BE49-F238E27FC236}">
                    <a16:creationId xmlns:a16="http://schemas.microsoft.com/office/drawing/2014/main" id="{7016F6F9-8EBC-39BC-2923-B5A88C9ABDF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78" name="Gelijkbenige driehoek 201">
                <a:extLst>
                  <a:ext uri="{FF2B5EF4-FFF2-40B4-BE49-F238E27FC236}">
                    <a16:creationId xmlns:a16="http://schemas.microsoft.com/office/drawing/2014/main" id="{43B32FE9-7FDB-6A2A-0AFE-BD746376CB23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9" name="Ovaal 228">
              <a:extLst>
                <a:ext uri="{FF2B5EF4-FFF2-40B4-BE49-F238E27FC236}">
                  <a16:creationId xmlns:a16="http://schemas.microsoft.com/office/drawing/2014/main" id="{C8DC9B64-B295-EF50-9958-4FD8BFB57493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0" name="Rechthoek 229">
              <a:extLst>
                <a:ext uri="{FF2B5EF4-FFF2-40B4-BE49-F238E27FC236}">
                  <a16:creationId xmlns:a16="http://schemas.microsoft.com/office/drawing/2014/main" id="{B0A60F2D-671E-C086-0EBF-1F1CFCAE6F30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2" name="Ovaal 231">
              <a:extLst>
                <a:ext uri="{FF2B5EF4-FFF2-40B4-BE49-F238E27FC236}">
                  <a16:creationId xmlns:a16="http://schemas.microsoft.com/office/drawing/2014/main" id="{FF37D421-4E60-10F7-715B-CEDFB3BA93AB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33" name="Rechthoek 232">
              <a:extLst>
                <a:ext uri="{FF2B5EF4-FFF2-40B4-BE49-F238E27FC236}">
                  <a16:creationId xmlns:a16="http://schemas.microsoft.com/office/drawing/2014/main" id="{06267943-EE84-5C9D-3916-7EB8E68CFD1E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34" name="Groep 233">
              <a:extLst>
                <a:ext uri="{FF2B5EF4-FFF2-40B4-BE49-F238E27FC236}">
                  <a16:creationId xmlns:a16="http://schemas.microsoft.com/office/drawing/2014/main" id="{2E038FCA-B5BC-B973-76C4-29991C10AFFF}"/>
                </a:ext>
              </a:extLst>
            </p:cNvPr>
            <p:cNvGrpSpPr/>
            <p:nvPr userDrawn="1"/>
          </p:nvGrpSpPr>
          <p:grpSpPr>
            <a:xfrm>
              <a:off x="-3408294" y="5236167"/>
              <a:ext cx="622283" cy="612919"/>
              <a:chOff x="12617641" y="3403239"/>
              <a:chExt cx="752963" cy="741634"/>
            </a:xfrm>
          </p:grpSpPr>
          <p:grpSp>
            <p:nvGrpSpPr>
              <p:cNvPr id="258" name="Groep 257">
                <a:extLst>
                  <a:ext uri="{FF2B5EF4-FFF2-40B4-BE49-F238E27FC236}">
                    <a16:creationId xmlns:a16="http://schemas.microsoft.com/office/drawing/2014/main" id="{75A5A408-7D3F-0112-5D6D-65BD91C090D4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61" name="Groep 260">
                  <a:extLst>
                    <a:ext uri="{FF2B5EF4-FFF2-40B4-BE49-F238E27FC236}">
                      <a16:creationId xmlns:a16="http://schemas.microsoft.com/office/drawing/2014/main" id="{B2C35C11-FC35-AB77-F068-DFE8B4DBF48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68" name="Groep 267">
                    <a:extLst>
                      <a:ext uri="{FF2B5EF4-FFF2-40B4-BE49-F238E27FC236}">
                        <a16:creationId xmlns:a16="http://schemas.microsoft.com/office/drawing/2014/main" id="{BEA9E44A-CF40-38BD-A364-DEEF0A61965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71" name="Rechthoek 270">
                      <a:extLst>
                        <a:ext uri="{FF2B5EF4-FFF2-40B4-BE49-F238E27FC236}">
                          <a16:creationId xmlns:a16="http://schemas.microsoft.com/office/drawing/2014/main" id="{8118CC2F-B78F-E8D3-3021-DE6F8FD8717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72" name="Rechthoek 271">
                      <a:extLst>
                        <a:ext uri="{FF2B5EF4-FFF2-40B4-BE49-F238E27FC236}">
                          <a16:creationId xmlns:a16="http://schemas.microsoft.com/office/drawing/2014/main" id="{F5A3CFB9-0615-10BA-593E-4789F3A1BE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73" name="Ovaal 272">
                      <a:extLst>
                        <a:ext uri="{FF2B5EF4-FFF2-40B4-BE49-F238E27FC236}">
                          <a16:creationId xmlns:a16="http://schemas.microsoft.com/office/drawing/2014/main" id="{68ACD74B-2D97-28BA-EA04-9C8309DBF52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69" name="Afbeelding 268">
                    <a:extLst>
                      <a:ext uri="{FF2B5EF4-FFF2-40B4-BE49-F238E27FC236}">
                        <a16:creationId xmlns:a16="http://schemas.microsoft.com/office/drawing/2014/main" id="{0E1EF6B4-D2BF-7FA6-B359-73053678B38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70" name="Afbeelding 269">
                    <a:extLst>
                      <a:ext uri="{FF2B5EF4-FFF2-40B4-BE49-F238E27FC236}">
                        <a16:creationId xmlns:a16="http://schemas.microsoft.com/office/drawing/2014/main" id="{32AC589F-79DB-53E9-5A92-1022B552394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2" name="Groep 261">
                  <a:extLst>
                    <a:ext uri="{FF2B5EF4-FFF2-40B4-BE49-F238E27FC236}">
                      <a16:creationId xmlns:a16="http://schemas.microsoft.com/office/drawing/2014/main" id="{5E0A5F9E-3C25-AA26-5343-54489540D6D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66" name="Rechthoek 265">
                    <a:extLst>
                      <a:ext uri="{FF2B5EF4-FFF2-40B4-BE49-F238E27FC236}">
                        <a16:creationId xmlns:a16="http://schemas.microsoft.com/office/drawing/2014/main" id="{0013AD82-2057-09E1-2200-32B97F466DF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67" name="Rechthoek 266">
                    <a:extLst>
                      <a:ext uri="{FF2B5EF4-FFF2-40B4-BE49-F238E27FC236}">
                        <a16:creationId xmlns:a16="http://schemas.microsoft.com/office/drawing/2014/main" id="{3E928904-AB49-EFFC-7E0D-883CDA1F89C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63" name="Groep 262">
                  <a:extLst>
                    <a:ext uri="{FF2B5EF4-FFF2-40B4-BE49-F238E27FC236}">
                      <a16:creationId xmlns:a16="http://schemas.microsoft.com/office/drawing/2014/main" id="{9BCE65BB-7E04-3254-278B-B0C5BD3842D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64" name="Rechthoek 263">
                    <a:extLst>
                      <a:ext uri="{FF2B5EF4-FFF2-40B4-BE49-F238E27FC236}">
                        <a16:creationId xmlns:a16="http://schemas.microsoft.com/office/drawing/2014/main" id="{E2B74F94-11D9-2965-181F-E678CDC76D7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65" name="Rechthoek 264">
                    <a:extLst>
                      <a:ext uri="{FF2B5EF4-FFF2-40B4-BE49-F238E27FC236}">
                        <a16:creationId xmlns:a16="http://schemas.microsoft.com/office/drawing/2014/main" id="{FFA1F831-2707-8A2A-BF05-1C9D6673155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59" name="Rechthoek 258">
                <a:extLst>
                  <a:ext uri="{FF2B5EF4-FFF2-40B4-BE49-F238E27FC236}">
                    <a16:creationId xmlns:a16="http://schemas.microsoft.com/office/drawing/2014/main" id="{3563F427-3B3D-86EE-92C2-BC4FF2DAA0D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260" name="Gelijkbenige driehoek 104">
                <a:extLst>
                  <a:ext uri="{FF2B5EF4-FFF2-40B4-BE49-F238E27FC236}">
                    <a16:creationId xmlns:a16="http://schemas.microsoft.com/office/drawing/2014/main" id="{000490E4-66EE-6915-BC43-6C33E5695F4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5" name="Rechthoek 234">
              <a:extLst>
                <a:ext uri="{FF2B5EF4-FFF2-40B4-BE49-F238E27FC236}">
                  <a16:creationId xmlns:a16="http://schemas.microsoft.com/office/drawing/2014/main" id="{9237D216-E133-3418-9C96-6157679941AC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6" name="Groep 235">
              <a:extLst>
                <a:ext uri="{FF2B5EF4-FFF2-40B4-BE49-F238E27FC236}">
                  <a16:creationId xmlns:a16="http://schemas.microsoft.com/office/drawing/2014/main" id="{EF430CFF-AA94-32D0-0878-8C0B742665A1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237" name="Rechthoek 236">
                <a:extLst>
                  <a:ext uri="{FF2B5EF4-FFF2-40B4-BE49-F238E27FC236}">
                    <a16:creationId xmlns:a16="http://schemas.microsoft.com/office/drawing/2014/main" id="{70074528-3033-F189-844B-C740FFC8B253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8" name="Rechthoek 237">
                <a:extLst>
                  <a:ext uri="{FF2B5EF4-FFF2-40B4-BE49-F238E27FC236}">
                    <a16:creationId xmlns:a16="http://schemas.microsoft.com/office/drawing/2014/main" id="{6B415597-F2BD-6C42-3A2E-D0D348E9A1F1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9" name="Groep 238">
                <a:extLst>
                  <a:ext uri="{FF2B5EF4-FFF2-40B4-BE49-F238E27FC236}">
                    <a16:creationId xmlns:a16="http://schemas.microsoft.com/office/drawing/2014/main" id="{D3F543EB-81D8-C75C-29AA-CCAB17EBBD52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52" name="Rechthoek: afgeronde hoeken 135">
                  <a:extLst>
                    <a:ext uri="{FF2B5EF4-FFF2-40B4-BE49-F238E27FC236}">
                      <a16:creationId xmlns:a16="http://schemas.microsoft.com/office/drawing/2014/main" id="{A788D2FE-F2DF-C4E7-F202-4E6E7C59E4C2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3" name="Rechthoek 252">
                  <a:extLst>
                    <a:ext uri="{FF2B5EF4-FFF2-40B4-BE49-F238E27FC236}">
                      <a16:creationId xmlns:a16="http://schemas.microsoft.com/office/drawing/2014/main" id="{3742FB6A-2E98-AAA6-2517-D6D89D5E5C60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4" name="Rechthoek 253">
                  <a:extLst>
                    <a:ext uri="{FF2B5EF4-FFF2-40B4-BE49-F238E27FC236}">
                      <a16:creationId xmlns:a16="http://schemas.microsoft.com/office/drawing/2014/main" id="{DEB105FC-DD27-7ABD-9A59-33F658920E81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5" name="Rechthoek 254">
                  <a:extLst>
                    <a:ext uri="{FF2B5EF4-FFF2-40B4-BE49-F238E27FC236}">
                      <a16:creationId xmlns:a16="http://schemas.microsoft.com/office/drawing/2014/main" id="{9D113055-617E-A89C-4F60-A2FA2EE7B00D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" name="Rechthoek 255">
                  <a:extLst>
                    <a:ext uri="{FF2B5EF4-FFF2-40B4-BE49-F238E27FC236}">
                      <a16:creationId xmlns:a16="http://schemas.microsoft.com/office/drawing/2014/main" id="{6451AF44-376D-C00F-7F61-DBEC097C0632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37DD83EA-31F2-9D87-9195-91FD5F8F2EEB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40" name="Groep 239">
                <a:extLst>
                  <a:ext uri="{FF2B5EF4-FFF2-40B4-BE49-F238E27FC236}">
                    <a16:creationId xmlns:a16="http://schemas.microsoft.com/office/drawing/2014/main" id="{C96DD93D-45EF-C120-DB13-5455DC8648FD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44" name="Groep 243">
                  <a:extLst>
                    <a:ext uri="{FF2B5EF4-FFF2-40B4-BE49-F238E27FC236}">
                      <a16:creationId xmlns:a16="http://schemas.microsoft.com/office/drawing/2014/main" id="{C91A29D8-2A93-E2B4-F7D2-668D5DEBD53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46" name="Rechthoek: afgeronde hoeken 129">
                    <a:extLst>
                      <a:ext uri="{FF2B5EF4-FFF2-40B4-BE49-F238E27FC236}">
                        <a16:creationId xmlns:a16="http://schemas.microsoft.com/office/drawing/2014/main" id="{8CD09F68-7055-53C6-A00A-1E484522725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5A354112-3901-16CC-4D9A-75E6389354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 247">
                    <a:extLst>
                      <a:ext uri="{FF2B5EF4-FFF2-40B4-BE49-F238E27FC236}">
                        <a16:creationId xmlns:a16="http://schemas.microsoft.com/office/drawing/2014/main" id="{E03D23B5-70E8-9BD2-9745-0593AC177D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Rechthoek 248">
                    <a:extLst>
                      <a:ext uri="{FF2B5EF4-FFF2-40B4-BE49-F238E27FC236}">
                        <a16:creationId xmlns:a16="http://schemas.microsoft.com/office/drawing/2014/main" id="{CDB5812C-B723-780F-68B9-97232539153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50" name="Rechthoek 249">
                    <a:extLst>
                      <a:ext uri="{FF2B5EF4-FFF2-40B4-BE49-F238E27FC236}">
                        <a16:creationId xmlns:a16="http://schemas.microsoft.com/office/drawing/2014/main" id="{B7DAFD42-81F7-514F-C7BB-572959DFD9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51" name="Rechthoek 250">
                    <a:extLst>
                      <a:ext uri="{FF2B5EF4-FFF2-40B4-BE49-F238E27FC236}">
                        <a16:creationId xmlns:a16="http://schemas.microsoft.com/office/drawing/2014/main" id="{0184DF7B-8A04-3F01-DADC-0EA5270727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45" name="Boog 244">
                  <a:extLst>
                    <a:ext uri="{FF2B5EF4-FFF2-40B4-BE49-F238E27FC236}">
                      <a16:creationId xmlns:a16="http://schemas.microsoft.com/office/drawing/2014/main" id="{2C9C2F8F-7697-33EE-4996-95FAF801839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41" name="Tekstvak 240">
                <a:extLst>
                  <a:ext uri="{FF2B5EF4-FFF2-40B4-BE49-F238E27FC236}">
                    <a16:creationId xmlns:a16="http://schemas.microsoft.com/office/drawing/2014/main" id="{2845CCEA-F62D-2957-EAE8-27872952DF90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242" name="Tekstvak 241">
                <a:extLst>
                  <a:ext uri="{FF2B5EF4-FFF2-40B4-BE49-F238E27FC236}">
                    <a16:creationId xmlns:a16="http://schemas.microsoft.com/office/drawing/2014/main" id="{0DB4DEA7-E997-401B-7CB0-C0D621E354E0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243" name="Vrije vorm: vorm 4">
                <a:extLst>
                  <a:ext uri="{FF2B5EF4-FFF2-40B4-BE49-F238E27FC236}">
                    <a16:creationId xmlns:a16="http://schemas.microsoft.com/office/drawing/2014/main" id="{215E8700-05C8-DCA0-7B51-CA842B33F456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88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media 10">
            <a:extLst>
              <a:ext uri="{FF2B5EF4-FFF2-40B4-BE49-F238E27FC236}">
                <a16:creationId xmlns:a16="http://schemas.microsoft.com/office/drawing/2014/main" id="{3A750B5D-826F-45E6-825A-FDC04009BF5B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Klik op onderstaand pictogram </a:t>
            </a:r>
            <a:br>
              <a:rPr lang="nl-NL" dirty="0"/>
            </a:br>
            <a:r>
              <a:rPr lang="nl-NL" dirty="0"/>
              <a:t>om een video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01319"/>
            <a:ext cx="1542089" cy="221599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>
              <a:defRPr lang="nl-NL" sz="1600" b="0" cap="none" baseline="0" noProof="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r>
              <a:rPr lang="nl-NL" noProof="0" dirty="0"/>
              <a:t>Plaats hier je 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0F8A5E-4457-4C72-A142-C988B8A5B0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FA73E7-A9E2-B247-BDF2-ED081B807192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6C03FB1-C049-45FB-8970-6894A11D5B4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75" name="INSTRUCTIE">
            <a:extLst>
              <a:ext uri="{FF2B5EF4-FFF2-40B4-BE49-F238E27FC236}">
                <a16:creationId xmlns:a16="http://schemas.microsoft.com/office/drawing/2014/main" id="{971721A5-0321-96C4-756B-9CF7C939C263}"/>
              </a:ext>
            </a:extLst>
          </p:cNvPr>
          <p:cNvGrpSpPr/>
          <p:nvPr userDrawn="1"/>
        </p:nvGrpSpPr>
        <p:grpSpPr>
          <a:xfrm>
            <a:off x="-3786165" y="1"/>
            <a:ext cx="3593091" cy="4252672"/>
            <a:chOff x="-3786165" y="1"/>
            <a:chExt cx="3593091" cy="4252672"/>
          </a:xfrm>
        </p:grpSpPr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457FAF8E-B55C-3B4F-8E36-E7C5628599C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2526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Video invoegen/opmaken</a:t>
              </a:r>
            </a:p>
          </p:txBody>
        </p:sp>
        <p:sp>
          <p:nvSpPr>
            <p:cNvPr id="78" name="Ovaal 77">
              <a:extLst>
                <a:ext uri="{FF2B5EF4-FFF2-40B4-BE49-F238E27FC236}">
                  <a16:creationId xmlns:a16="http://schemas.microsoft.com/office/drawing/2014/main" id="{796CC0F0-589C-77E6-0EA3-1189FA3360D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3BB8F841-6A0C-A5C3-15E7-7C71322E1E6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video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video in te voegen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72D7B2F8-E7F0-00F1-78BE-5F9F8FA8436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8F4E6930-7214-2FE9-0586-08AF845DFDFE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video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3C6D01C7-0FAE-C06A-AA72-733DFEAA6116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F507376D-40F4-3079-D791-70DA09188FD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8EE7594B-FDF4-2FDD-5CC8-30034DBF7B5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201">
                <a:extLst>
                  <a:ext uri="{FF2B5EF4-FFF2-40B4-BE49-F238E27FC236}">
                    <a16:creationId xmlns:a16="http://schemas.microsoft.com/office/drawing/2014/main" id="{2E623AF2-49E5-EB05-D5A6-370897F5286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3" name="Ovaal 82">
              <a:extLst>
                <a:ext uri="{FF2B5EF4-FFF2-40B4-BE49-F238E27FC236}">
                  <a16:creationId xmlns:a16="http://schemas.microsoft.com/office/drawing/2014/main" id="{1B7BAE87-55AC-49A3-D0E8-AD336784E1D5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0F441EF5-79E4-C7C4-F338-D09C1679B557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8137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video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video’s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video en met de hoekjes het videokader.</a:t>
              </a:r>
            </a:p>
          </p:txBody>
        </p:sp>
        <p:grpSp>
          <p:nvGrpSpPr>
            <p:cNvPr id="85" name="Groep 84">
              <a:extLst>
                <a:ext uri="{FF2B5EF4-FFF2-40B4-BE49-F238E27FC236}">
                  <a16:creationId xmlns:a16="http://schemas.microsoft.com/office/drawing/2014/main" id="{2CF4A37B-DC3F-C502-E06C-A40F44D24008}"/>
                </a:ext>
              </a:extLst>
            </p:cNvPr>
            <p:cNvGrpSpPr/>
            <p:nvPr userDrawn="1"/>
          </p:nvGrpSpPr>
          <p:grpSpPr>
            <a:xfrm>
              <a:off x="-3408294" y="3489160"/>
              <a:ext cx="622283" cy="612920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58576461-5D7C-5DD6-FDD3-CD6EE8FE3E3C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E77B621C-A70E-C9FE-36D0-F8D91BED24E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493A638E-AB4D-C6C3-8FA1-7DF9AC6B48B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1EB20632-EAD5-425F-DF1D-FD8C3F8476E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810C2DCF-E787-B2E7-34D4-A3FCA8FF4E3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7B0D2535-F463-6DF8-6998-4DC0C87ABFE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2C5EAE40-C6C7-1977-1E76-D66CF3AA72B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98A7E962-512E-1388-43D3-FA8DBF25305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BDE0E877-23E2-44A2-DBCF-4D37B4A7AFE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542DB045-24AB-2AAC-85A1-FC6307AA4C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B35E4C22-DB9B-2AAF-E8FE-F05D425FCB5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E6CE3570-9AB1-6969-19F3-08BE54CA41A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C2ADB5B2-C28D-D5D0-775C-9B9BDF53DCC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FD5E6349-857F-B274-47A8-1BA87B73005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13009E4F-FFE8-A30F-CE42-4566BBE58BC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95" name="Gelijkbenige driehoek 210">
                <a:extLst>
                  <a:ext uri="{FF2B5EF4-FFF2-40B4-BE49-F238E27FC236}">
                    <a16:creationId xmlns:a16="http://schemas.microsoft.com/office/drawing/2014/main" id="{EFC311EC-2C44-9384-F859-74E790434B96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7" name="Video icoon">
              <a:extLst>
                <a:ext uri="{FF2B5EF4-FFF2-40B4-BE49-F238E27FC236}">
                  <a16:creationId xmlns:a16="http://schemas.microsoft.com/office/drawing/2014/main" id="{3E96D4B9-F027-0FC0-A277-6D67C0665BBB}"/>
                </a:ext>
              </a:extLst>
            </p:cNvPr>
            <p:cNvGrpSpPr/>
            <p:nvPr userDrawn="1"/>
          </p:nvGrpSpPr>
          <p:grpSpPr>
            <a:xfrm>
              <a:off x="-3310781" y="1231352"/>
              <a:ext cx="311450" cy="313414"/>
              <a:chOff x="8066315" y="1676399"/>
              <a:chExt cx="1371600" cy="1380253"/>
            </a:xfrm>
          </p:grpSpPr>
          <p:sp>
            <p:nvSpPr>
              <p:cNvPr id="88" name="Rechthoek 87">
                <a:extLst>
                  <a:ext uri="{FF2B5EF4-FFF2-40B4-BE49-F238E27FC236}">
                    <a16:creationId xmlns:a16="http://schemas.microsoft.com/office/drawing/2014/main" id="{02455103-F042-A3BD-B881-3F109C21617A}"/>
                  </a:ext>
                </a:extLst>
              </p:cNvPr>
              <p:cNvSpPr/>
              <p:nvPr userDrawn="1"/>
            </p:nvSpPr>
            <p:spPr>
              <a:xfrm>
                <a:off x="8066315" y="1676399"/>
                <a:ext cx="1360714" cy="136071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9" name="Vrije vorm 112">
                <a:extLst>
                  <a:ext uri="{FF2B5EF4-FFF2-40B4-BE49-F238E27FC236}">
                    <a16:creationId xmlns:a16="http://schemas.microsoft.com/office/drawing/2014/main" id="{8D980DD1-FEC9-0F1F-570A-DCE0C048F1D2}"/>
                  </a:ext>
                </a:extLst>
              </p:cNvPr>
              <p:cNvSpPr/>
              <p:nvPr userDrawn="1"/>
            </p:nvSpPr>
            <p:spPr>
              <a:xfrm>
                <a:off x="8077201" y="1676399"/>
                <a:ext cx="1360714" cy="206831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Vrije vorm 113">
                <a:extLst>
                  <a:ext uri="{FF2B5EF4-FFF2-40B4-BE49-F238E27FC236}">
                    <a16:creationId xmlns:a16="http://schemas.microsoft.com/office/drawing/2014/main" id="{0D3D653E-8744-2DE3-B3B7-DD17308A2B4B}"/>
                  </a:ext>
                </a:extLst>
              </p:cNvPr>
              <p:cNvSpPr/>
              <p:nvPr userDrawn="1"/>
            </p:nvSpPr>
            <p:spPr>
              <a:xfrm>
                <a:off x="8071339" y="2849823"/>
                <a:ext cx="1360714" cy="206829"/>
              </a:xfrm>
              <a:custGeom>
                <a:avLst/>
                <a:gdLst>
                  <a:gd name="connsiteX0" fmla="*/ 1186901 w 1360714"/>
                  <a:gd name="connsiteY0" fmla="*/ 41746 h 206829"/>
                  <a:gd name="connsiteX1" fmla="*/ 1186901 w 1360714"/>
                  <a:gd name="connsiteY1" fmla="*/ 175847 h 206829"/>
                  <a:gd name="connsiteX2" fmla="*/ 1315854 w 1360714"/>
                  <a:gd name="connsiteY2" fmla="*/ 175847 h 206829"/>
                  <a:gd name="connsiteX3" fmla="*/ 1315854 w 1360714"/>
                  <a:gd name="connsiteY3" fmla="*/ 41746 h 206829"/>
                  <a:gd name="connsiteX4" fmla="*/ 958249 w 1360714"/>
                  <a:gd name="connsiteY4" fmla="*/ 41746 h 206829"/>
                  <a:gd name="connsiteX5" fmla="*/ 958249 w 1360714"/>
                  <a:gd name="connsiteY5" fmla="*/ 175847 h 206829"/>
                  <a:gd name="connsiteX6" fmla="*/ 1087202 w 1360714"/>
                  <a:gd name="connsiteY6" fmla="*/ 175847 h 206829"/>
                  <a:gd name="connsiteX7" fmla="*/ 1087202 w 1360714"/>
                  <a:gd name="connsiteY7" fmla="*/ 41746 h 206829"/>
                  <a:gd name="connsiteX8" fmla="*/ 729440 w 1360714"/>
                  <a:gd name="connsiteY8" fmla="*/ 41746 h 206829"/>
                  <a:gd name="connsiteX9" fmla="*/ 729440 w 1360714"/>
                  <a:gd name="connsiteY9" fmla="*/ 175847 h 206829"/>
                  <a:gd name="connsiteX10" fmla="*/ 858393 w 1360714"/>
                  <a:gd name="connsiteY10" fmla="*/ 175847 h 206829"/>
                  <a:gd name="connsiteX11" fmla="*/ 858393 w 1360714"/>
                  <a:gd name="connsiteY11" fmla="*/ 41746 h 206829"/>
                  <a:gd name="connsiteX12" fmla="*/ 493889 w 1360714"/>
                  <a:gd name="connsiteY12" fmla="*/ 41746 h 206829"/>
                  <a:gd name="connsiteX13" fmla="*/ 493889 w 1360714"/>
                  <a:gd name="connsiteY13" fmla="*/ 175847 h 206829"/>
                  <a:gd name="connsiteX14" fmla="*/ 622842 w 1360714"/>
                  <a:gd name="connsiteY14" fmla="*/ 175847 h 206829"/>
                  <a:gd name="connsiteX15" fmla="*/ 622842 w 1360714"/>
                  <a:gd name="connsiteY15" fmla="*/ 41746 h 206829"/>
                  <a:gd name="connsiteX16" fmla="*/ 260368 w 1360714"/>
                  <a:gd name="connsiteY16" fmla="*/ 41746 h 206829"/>
                  <a:gd name="connsiteX17" fmla="*/ 260368 w 1360714"/>
                  <a:gd name="connsiteY17" fmla="*/ 175847 h 206829"/>
                  <a:gd name="connsiteX18" fmla="*/ 389321 w 1360714"/>
                  <a:gd name="connsiteY18" fmla="*/ 175847 h 206829"/>
                  <a:gd name="connsiteX19" fmla="*/ 389321 w 1360714"/>
                  <a:gd name="connsiteY19" fmla="*/ 41746 h 206829"/>
                  <a:gd name="connsiteX20" fmla="*/ 35169 w 1360714"/>
                  <a:gd name="connsiteY20" fmla="*/ 41746 h 206829"/>
                  <a:gd name="connsiteX21" fmla="*/ 35169 w 1360714"/>
                  <a:gd name="connsiteY21" fmla="*/ 175847 h 206829"/>
                  <a:gd name="connsiteX22" fmla="*/ 164122 w 1360714"/>
                  <a:gd name="connsiteY22" fmla="*/ 175847 h 206829"/>
                  <a:gd name="connsiteX23" fmla="*/ 164122 w 1360714"/>
                  <a:gd name="connsiteY23" fmla="*/ 41746 h 206829"/>
                  <a:gd name="connsiteX24" fmla="*/ 0 w 1360714"/>
                  <a:gd name="connsiteY24" fmla="*/ 0 h 206829"/>
                  <a:gd name="connsiteX25" fmla="*/ 1360714 w 1360714"/>
                  <a:gd name="connsiteY25" fmla="*/ 0 h 206829"/>
                  <a:gd name="connsiteX26" fmla="*/ 1360714 w 1360714"/>
                  <a:gd name="connsiteY26" fmla="*/ 206829 h 206829"/>
                  <a:gd name="connsiteX27" fmla="*/ 0 w 1360714"/>
                  <a:gd name="connsiteY27" fmla="*/ 206829 h 206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60714" h="206829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54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(2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8380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Tekst (2x)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9907EE0-7354-5944-865F-5960AD95927F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844675"/>
            <a:ext cx="5053013" cy="4321175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B4C5B2-4D4F-B1B7-824E-851571E6C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Plaats hier je titel</a:t>
            </a:r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7037CB60-76B8-E8A7-059A-CB4455F4F9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43" y="1844675"/>
            <a:ext cx="5053013" cy="4321175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</p:spTree>
    <p:extLst>
      <p:ext uri="{BB962C8B-B14F-4D97-AF65-F5344CB8AC3E}">
        <p14:creationId xmlns:p14="http://schemas.microsoft.com/office/powerpoint/2010/main" val="180292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9618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Alleen 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07AA2A9-52F4-4F7D-8523-63C6A6561F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A70001-5196-CA44-8328-6995C0DCA815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867C8C4-846D-4731-B087-4005C798F9A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B4C5B2-4D4F-B1B7-824E-851571E6C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Plaats hier je titel</a:t>
            </a:r>
          </a:p>
        </p:txBody>
      </p:sp>
    </p:spTree>
    <p:extLst>
      <p:ext uri="{BB962C8B-B14F-4D97-AF65-F5344CB8AC3E}">
        <p14:creationId xmlns:p14="http://schemas.microsoft.com/office/powerpoint/2010/main" val="248077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| Roo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49290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Afsluiting | Rood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87DAA26B-F120-AFDE-FAD5-C9D2A3B1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7572-5D61-5944-A3BC-7415C0AD3C59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07A49458-3C39-E6B8-19DE-A5CBDEC2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276" name="Groep 275">
            <a:extLst>
              <a:ext uri="{FF2B5EF4-FFF2-40B4-BE49-F238E27FC236}">
                <a16:creationId xmlns:a16="http://schemas.microsoft.com/office/drawing/2014/main" id="{6D9B39D2-7E14-75BF-48E3-3536B400422D}"/>
              </a:ext>
            </a:extLst>
          </p:cNvPr>
          <p:cNvGrpSpPr/>
          <p:nvPr userDrawn="1"/>
        </p:nvGrpSpPr>
        <p:grpSpPr>
          <a:xfrm>
            <a:off x="9481785" y="-1"/>
            <a:ext cx="2710215" cy="6860732"/>
            <a:chOff x="9481784" y="-1"/>
            <a:chExt cx="2710215" cy="6860732"/>
          </a:xfrm>
        </p:grpSpPr>
        <p:sp>
          <p:nvSpPr>
            <p:cNvPr id="270" name="Vrije vorm 269">
              <a:extLst>
                <a:ext uri="{FF2B5EF4-FFF2-40B4-BE49-F238E27FC236}">
                  <a16:creationId xmlns:a16="http://schemas.microsoft.com/office/drawing/2014/main" id="{2D3EB8EB-2D7A-D5D5-5721-EA8A1D7C8F00}"/>
                </a:ext>
              </a:extLst>
            </p:cNvPr>
            <p:cNvSpPr/>
            <p:nvPr userDrawn="1"/>
          </p:nvSpPr>
          <p:spPr>
            <a:xfrm>
              <a:off x="9481784" y="6165850"/>
              <a:ext cx="694787" cy="694881"/>
            </a:xfrm>
            <a:custGeom>
              <a:avLst/>
              <a:gdLst>
                <a:gd name="connsiteX0" fmla="*/ 687771 w 687771"/>
                <a:gd name="connsiteY0" fmla="*/ 343932 h 687864"/>
                <a:gd name="connsiteX1" fmla="*/ 343886 w 687771"/>
                <a:gd name="connsiteY1" fmla="*/ 687864 h 687864"/>
                <a:gd name="connsiteX2" fmla="*/ 0 w 687771"/>
                <a:gd name="connsiteY2" fmla="*/ 343932 h 687864"/>
                <a:gd name="connsiteX3" fmla="*/ 343886 w 687771"/>
                <a:gd name="connsiteY3" fmla="*/ 0 h 687864"/>
                <a:gd name="connsiteX4" fmla="*/ 687771 w 687771"/>
                <a:gd name="connsiteY4" fmla="*/ 343932 h 6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771" h="687864">
                  <a:moveTo>
                    <a:pt x="687771" y="343932"/>
                  </a:moveTo>
                  <a:cubicBezTo>
                    <a:pt x="687771" y="533880"/>
                    <a:pt x="533809" y="687864"/>
                    <a:pt x="343886" y="687864"/>
                  </a:cubicBezTo>
                  <a:cubicBezTo>
                    <a:pt x="153963" y="687864"/>
                    <a:pt x="0" y="533880"/>
                    <a:pt x="0" y="343932"/>
                  </a:cubicBezTo>
                  <a:cubicBezTo>
                    <a:pt x="0" y="153983"/>
                    <a:pt x="153963" y="0"/>
                    <a:pt x="343886" y="0"/>
                  </a:cubicBezTo>
                  <a:cubicBezTo>
                    <a:pt x="533809" y="0"/>
                    <a:pt x="687771" y="153983"/>
                    <a:pt x="687771" y="343932"/>
                  </a:cubicBezTo>
                  <a:close/>
                </a:path>
              </a:pathLst>
            </a:custGeom>
            <a:solidFill>
              <a:srgbClr val="FFFFFF"/>
            </a:solidFill>
            <a:ln w="22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1" name="Vrije vorm 270">
              <a:extLst>
                <a:ext uri="{FF2B5EF4-FFF2-40B4-BE49-F238E27FC236}">
                  <a16:creationId xmlns:a16="http://schemas.microsoft.com/office/drawing/2014/main" id="{2793FE07-116A-8B96-6B57-332B9203FDD6}"/>
                </a:ext>
              </a:extLst>
            </p:cNvPr>
            <p:cNvSpPr/>
            <p:nvPr userDrawn="1"/>
          </p:nvSpPr>
          <p:spPr>
            <a:xfrm>
              <a:off x="11496674" y="3411314"/>
              <a:ext cx="695325" cy="704599"/>
            </a:xfrm>
            <a:custGeom>
              <a:avLst/>
              <a:gdLst>
                <a:gd name="connsiteX0" fmla="*/ 0 w 676589"/>
                <a:gd name="connsiteY0" fmla="*/ 0 h 685613"/>
                <a:gd name="connsiteX1" fmla="*/ 676589 w 676589"/>
                <a:gd name="connsiteY1" fmla="*/ 0 h 685613"/>
                <a:gd name="connsiteX2" fmla="*/ 676589 w 676589"/>
                <a:gd name="connsiteY2" fmla="*/ 685614 h 685613"/>
                <a:gd name="connsiteX3" fmla="*/ 0 w 676589"/>
                <a:gd name="connsiteY3" fmla="*/ 685614 h 68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589" h="685613">
                  <a:moveTo>
                    <a:pt x="0" y="0"/>
                  </a:moveTo>
                  <a:lnTo>
                    <a:pt x="676589" y="0"/>
                  </a:lnTo>
                  <a:lnTo>
                    <a:pt x="676589" y="685614"/>
                  </a:lnTo>
                  <a:lnTo>
                    <a:pt x="0" y="685614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2" name="Vrije vorm 271">
              <a:extLst>
                <a:ext uri="{FF2B5EF4-FFF2-40B4-BE49-F238E27FC236}">
                  <a16:creationId xmlns:a16="http://schemas.microsoft.com/office/drawing/2014/main" id="{60AB77C8-B4D8-A389-71B5-8D46CF855AF4}"/>
                </a:ext>
              </a:extLst>
            </p:cNvPr>
            <p:cNvSpPr/>
            <p:nvPr userDrawn="1"/>
          </p:nvSpPr>
          <p:spPr>
            <a:xfrm>
              <a:off x="10820958" y="2043278"/>
              <a:ext cx="676588" cy="1366760"/>
            </a:xfrm>
            <a:custGeom>
              <a:avLst/>
              <a:gdLst>
                <a:gd name="connsiteX0" fmla="*/ 0 w 676588"/>
                <a:gd name="connsiteY0" fmla="*/ 683380 h 1366760"/>
                <a:gd name="connsiteX1" fmla="*/ 676589 w 676588"/>
                <a:gd name="connsiteY1" fmla="*/ 1366761 h 1366760"/>
                <a:gd name="connsiteX2" fmla="*/ 676589 w 676588"/>
                <a:gd name="connsiteY2" fmla="*/ 0 h 1366760"/>
                <a:gd name="connsiteX3" fmla="*/ 0 w 676588"/>
                <a:gd name="connsiteY3" fmla="*/ 683380 h 136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588" h="1366760">
                  <a:moveTo>
                    <a:pt x="0" y="683380"/>
                  </a:moveTo>
                  <a:cubicBezTo>
                    <a:pt x="0" y="1060803"/>
                    <a:pt x="303684" y="1366761"/>
                    <a:pt x="676589" y="1366761"/>
                  </a:cubicBezTo>
                  <a:lnTo>
                    <a:pt x="676589" y="0"/>
                  </a:lnTo>
                  <a:cubicBezTo>
                    <a:pt x="303684" y="0"/>
                    <a:pt x="0" y="305958"/>
                    <a:pt x="0" y="683380"/>
                  </a:cubicBez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3" name="Vrije vorm 272">
              <a:extLst>
                <a:ext uri="{FF2B5EF4-FFF2-40B4-BE49-F238E27FC236}">
                  <a16:creationId xmlns:a16="http://schemas.microsoft.com/office/drawing/2014/main" id="{CF187484-02AC-88D4-C10B-7998E4C5D48A}"/>
                </a:ext>
              </a:extLst>
            </p:cNvPr>
            <p:cNvSpPr/>
            <p:nvPr userDrawn="1"/>
          </p:nvSpPr>
          <p:spPr>
            <a:xfrm>
              <a:off x="10820958" y="-1"/>
              <a:ext cx="1371041" cy="1371227"/>
            </a:xfrm>
            <a:custGeom>
              <a:avLst/>
              <a:gdLst>
                <a:gd name="connsiteX0" fmla="*/ 0 w 1371041"/>
                <a:gd name="connsiteY0" fmla="*/ 0 h 1371227"/>
                <a:gd name="connsiteX1" fmla="*/ 1371042 w 1371041"/>
                <a:gd name="connsiteY1" fmla="*/ 1371227 h 1371227"/>
                <a:gd name="connsiteX2" fmla="*/ 1371042 w 1371041"/>
                <a:gd name="connsiteY2" fmla="*/ 0 h 137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041" h="1371227">
                  <a:moveTo>
                    <a:pt x="0" y="0"/>
                  </a:moveTo>
                  <a:lnTo>
                    <a:pt x="1371042" y="1371227"/>
                  </a:lnTo>
                  <a:lnTo>
                    <a:pt x="1371042" y="0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4" name="Vrije vorm 273">
              <a:extLst>
                <a:ext uri="{FF2B5EF4-FFF2-40B4-BE49-F238E27FC236}">
                  <a16:creationId xmlns:a16="http://schemas.microsoft.com/office/drawing/2014/main" id="{BF8BA3E6-B9A8-30F3-3029-CBB22D1AB1F9}"/>
                </a:ext>
              </a:extLst>
            </p:cNvPr>
            <p:cNvSpPr/>
            <p:nvPr userDrawn="1"/>
          </p:nvSpPr>
          <p:spPr>
            <a:xfrm>
              <a:off x="10836589" y="6165849"/>
              <a:ext cx="1355410" cy="692519"/>
            </a:xfrm>
            <a:custGeom>
              <a:avLst/>
              <a:gdLst>
                <a:gd name="connsiteX0" fmla="*/ 0 w 1355410"/>
                <a:gd name="connsiteY0" fmla="*/ 0 h 685613"/>
                <a:gd name="connsiteX1" fmla="*/ 1355411 w 1355410"/>
                <a:gd name="connsiteY1" fmla="*/ 0 h 685613"/>
                <a:gd name="connsiteX2" fmla="*/ 1355411 w 1355410"/>
                <a:gd name="connsiteY2" fmla="*/ 685614 h 685613"/>
                <a:gd name="connsiteX3" fmla="*/ 0 w 1355410"/>
                <a:gd name="connsiteY3" fmla="*/ 685614 h 68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410" h="685613">
                  <a:moveTo>
                    <a:pt x="0" y="0"/>
                  </a:moveTo>
                  <a:lnTo>
                    <a:pt x="1355411" y="0"/>
                  </a:lnTo>
                  <a:lnTo>
                    <a:pt x="1355411" y="685614"/>
                  </a:lnTo>
                  <a:lnTo>
                    <a:pt x="0" y="685614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5" name="Vrije vorm 274">
              <a:extLst>
                <a:ext uri="{FF2B5EF4-FFF2-40B4-BE49-F238E27FC236}">
                  <a16:creationId xmlns:a16="http://schemas.microsoft.com/office/drawing/2014/main" id="{182A0287-C059-0A19-41EC-D35FC2AA0B55}"/>
                </a:ext>
              </a:extLst>
            </p:cNvPr>
            <p:cNvSpPr/>
            <p:nvPr userDrawn="1"/>
          </p:nvSpPr>
          <p:spPr>
            <a:xfrm>
              <a:off x="9485643" y="4814722"/>
              <a:ext cx="1350945" cy="1351127"/>
            </a:xfrm>
            <a:custGeom>
              <a:avLst/>
              <a:gdLst>
                <a:gd name="connsiteX0" fmla="*/ 0 w 1350945"/>
                <a:gd name="connsiteY0" fmla="*/ 0 h 1351127"/>
                <a:gd name="connsiteX1" fmla="*/ 1350945 w 1350945"/>
                <a:gd name="connsiteY1" fmla="*/ 0 h 1351127"/>
                <a:gd name="connsiteX2" fmla="*/ 1350945 w 1350945"/>
                <a:gd name="connsiteY2" fmla="*/ 1351128 h 1351127"/>
                <a:gd name="connsiteX3" fmla="*/ 0 w 1350945"/>
                <a:gd name="connsiteY3" fmla="*/ 1351128 h 135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0945" h="1351127">
                  <a:moveTo>
                    <a:pt x="0" y="0"/>
                  </a:moveTo>
                  <a:lnTo>
                    <a:pt x="1350945" y="0"/>
                  </a:lnTo>
                  <a:lnTo>
                    <a:pt x="1350945" y="1351128"/>
                  </a:lnTo>
                  <a:lnTo>
                    <a:pt x="0" y="1351128"/>
                  </a:lnTo>
                  <a:close/>
                </a:path>
              </a:pathLst>
            </a:custGeom>
            <a:solidFill>
              <a:srgbClr val="FFFFFF"/>
            </a:solidFill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4" name="Titel 3">
            <a:extLst>
              <a:ext uri="{FF2B5EF4-FFF2-40B4-BE49-F238E27FC236}">
                <a16:creationId xmlns:a16="http://schemas.microsoft.com/office/drawing/2014/main" id="{2A839D19-4E44-53B8-B466-D6572D0B3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84200"/>
            <a:ext cx="8137525" cy="396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Afsluitende slide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1B982A3-C2D2-1294-1148-EF10A784DF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4453" y="2885842"/>
            <a:ext cx="2789237" cy="193899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Vragen</a:t>
            </a:r>
          </a:p>
        </p:txBody>
      </p:sp>
      <p:sp>
        <p:nvSpPr>
          <p:cNvPr id="10" name="Tijdelijke aanduiding voor tekst 8">
            <a:extLst>
              <a:ext uri="{FF2B5EF4-FFF2-40B4-BE49-F238E27FC236}">
                <a16:creationId xmlns:a16="http://schemas.microsoft.com/office/drawing/2014/main" id="{845CD524-4837-FD68-B7AC-CAF245D294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453" y="3170654"/>
            <a:ext cx="2789237" cy="38779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Mail naar</a:t>
            </a:r>
            <a:br>
              <a:rPr lang="nl-NL" dirty="0"/>
            </a:br>
            <a:r>
              <a:rPr lang="nl-NL" dirty="0" err="1"/>
              <a:t>achternaam@zuyd.nl</a:t>
            </a:r>
            <a:endParaRPr lang="nl-NL" dirty="0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AF14F9D4-85C3-F924-69DA-6DCE4474E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708" y="2885842"/>
            <a:ext cx="3956142" cy="193899"/>
          </a:xfrm>
        </p:spPr>
        <p:txBody>
          <a:bodyPr wrap="square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Opdrachten</a:t>
            </a:r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DCC32126-AF1C-A2AA-FDBC-1729C52818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6708" y="3170654"/>
            <a:ext cx="3956142" cy="387798"/>
          </a:xfrm>
        </p:spPr>
        <p:txBody>
          <a:bodyPr wrap="square"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, </a:t>
            </a:r>
            <a:r>
              <a:rPr lang="nl-NL" dirty="0" err="1"/>
              <a:t>consectetur</a:t>
            </a:r>
            <a:r>
              <a:rPr lang="nl-NL" dirty="0"/>
              <a:t> </a:t>
            </a:r>
            <a:r>
              <a:rPr lang="nl-NL" dirty="0" err="1"/>
              <a:t>elit</a:t>
            </a:r>
            <a:r>
              <a:rPr lang="nl-NL" dirty="0"/>
              <a:t>, do </a:t>
            </a:r>
            <a:r>
              <a:rPr lang="nl-NL" dirty="0" err="1"/>
              <a:t>eiusmod</a:t>
            </a:r>
            <a:r>
              <a:rPr lang="nl-NL" dirty="0"/>
              <a:t> </a:t>
            </a:r>
            <a:r>
              <a:rPr lang="nl-NL" dirty="0" err="1"/>
              <a:t>tempor</a:t>
            </a:r>
            <a:r>
              <a:rPr lang="nl-NL" dirty="0"/>
              <a:t> </a:t>
            </a:r>
            <a:r>
              <a:rPr lang="nl-NL" dirty="0" err="1"/>
              <a:t>incididunt</a:t>
            </a:r>
            <a:r>
              <a:rPr lang="nl-NL" dirty="0"/>
              <a:t> ut </a:t>
            </a:r>
            <a:r>
              <a:rPr lang="nl-NL" dirty="0" err="1"/>
              <a:t>labore</a:t>
            </a:r>
            <a:r>
              <a:rPr lang="nl-NL" dirty="0"/>
              <a:t> et </a:t>
            </a:r>
            <a:r>
              <a:rPr lang="nl-NL" dirty="0" err="1"/>
              <a:t>dolore</a:t>
            </a:r>
            <a:r>
              <a:rPr lang="nl-NL" dirty="0"/>
              <a:t>.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40A5F516-F653-B296-ED3F-4FA725164255}"/>
              </a:ext>
            </a:extLst>
          </p:cNvPr>
          <p:cNvGrpSpPr/>
          <p:nvPr userDrawn="1"/>
        </p:nvGrpSpPr>
        <p:grpSpPr>
          <a:xfrm>
            <a:off x="9791121" y="5123856"/>
            <a:ext cx="732272" cy="732858"/>
            <a:chOff x="9784253" y="5121547"/>
            <a:chExt cx="732272" cy="732858"/>
          </a:xfrm>
        </p:grpSpPr>
        <p:sp>
          <p:nvSpPr>
            <p:cNvPr id="16" name="Vrije vorm 15">
              <a:extLst>
                <a:ext uri="{FF2B5EF4-FFF2-40B4-BE49-F238E27FC236}">
                  <a16:creationId xmlns:a16="http://schemas.microsoft.com/office/drawing/2014/main" id="{2C4D5AEB-3F9D-5A15-5479-1E04B4CE118B}"/>
                </a:ext>
              </a:extLst>
            </p:cNvPr>
            <p:cNvSpPr/>
            <p:nvPr/>
          </p:nvSpPr>
          <p:spPr>
            <a:xfrm>
              <a:off x="9802783" y="5121547"/>
              <a:ext cx="295295" cy="315021"/>
            </a:xfrm>
            <a:custGeom>
              <a:avLst/>
              <a:gdLst>
                <a:gd name="connsiteX0" fmla="*/ 106402 w 295295"/>
                <a:gd name="connsiteY0" fmla="*/ 252854 h 315021"/>
                <a:gd name="connsiteX1" fmla="*/ 294100 w 295295"/>
                <a:gd name="connsiteY1" fmla="*/ 252854 h 315021"/>
                <a:gd name="connsiteX2" fmla="*/ 294100 w 295295"/>
                <a:gd name="connsiteY2" fmla="*/ 315021 h 315021"/>
                <a:gd name="connsiteX3" fmla="*/ 0 w 295295"/>
                <a:gd name="connsiteY3" fmla="*/ 315021 h 315021"/>
                <a:gd name="connsiteX4" fmla="*/ 0 w 295295"/>
                <a:gd name="connsiteY4" fmla="*/ 255843 h 315021"/>
                <a:gd name="connsiteX5" fmla="*/ 191284 w 295295"/>
                <a:gd name="connsiteY5" fmla="*/ 61570 h 315021"/>
                <a:gd name="connsiteX6" fmla="*/ 16140 w 295295"/>
                <a:gd name="connsiteY6" fmla="*/ 61570 h 315021"/>
                <a:gd name="connsiteX7" fmla="*/ 16140 w 295295"/>
                <a:gd name="connsiteY7" fmla="*/ 0 h 315021"/>
                <a:gd name="connsiteX8" fmla="*/ 295295 w 295295"/>
                <a:gd name="connsiteY8" fmla="*/ 0 h 315021"/>
                <a:gd name="connsiteX9" fmla="*/ 295295 w 295295"/>
                <a:gd name="connsiteY9" fmla="*/ 61570 h 31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295" h="315021">
                  <a:moveTo>
                    <a:pt x="106402" y="252854"/>
                  </a:moveTo>
                  <a:lnTo>
                    <a:pt x="294100" y="252854"/>
                  </a:lnTo>
                  <a:lnTo>
                    <a:pt x="294100" y="315021"/>
                  </a:lnTo>
                  <a:lnTo>
                    <a:pt x="0" y="315021"/>
                  </a:lnTo>
                  <a:lnTo>
                    <a:pt x="0" y="255843"/>
                  </a:lnTo>
                  <a:lnTo>
                    <a:pt x="191284" y="61570"/>
                  </a:lnTo>
                  <a:lnTo>
                    <a:pt x="16140" y="61570"/>
                  </a:lnTo>
                  <a:lnTo>
                    <a:pt x="16140" y="0"/>
                  </a:lnTo>
                  <a:lnTo>
                    <a:pt x="295295" y="0"/>
                  </a:lnTo>
                  <a:lnTo>
                    <a:pt x="295295" y="6157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F52C96F3-0002-8D49-5B36-4DD909B8221F}"/>
                </a:ext>
              </a:extLst>
            </p:cNvPr>
            <p:cNvSpPr/>
            <p:nvPr/>
          </p:nvSpPr>
          <p:spPr>
            <a:xfrm>
              <a:off x="10208067" y="5121547"/>
              <a:ext cx="294697" cy="321596"/>
            </a:xfrm>
            <a:custGeom>
              <a:avLst/>
              <a:gdLst>
                <a:gd name="connsiteX0" fmla="*/ 285731 w 294697"/>
                <a:gd name="connsiteY0" fmla="*/ 243290 h 321596"/>
                <a:gd name="connsiteX1" fmla="*/ 146452 w 294697"/>
                <a:gd name="connsiteY1" fmla="*/ 321597 h 321596"/>
                <a:gd name="connsiteX2" fmla="*/ 34072 w 294697"/>
                <a:gd name="connsiteY2" fmla="*/ 283938 h 321596"/>
                <a:gd name="connsiteX3" fmla="*/ 0 w 294697"/>
                <a:gd name="connsiteY3" fmla="*/ 175742 h 321596"/>
                <a:gd name="connsiteX4" fmla="*/ 0 w 294697"/>
                <a:gd name="connsiteY4" fmla="*/ 0 h 321596"/>
                <a:gd name="connsiteX5" fmla="*/ 86676 w 294697"/>
                <a:gd name="connsiteY5" fmla="*/ 0 h 321596"/>
                <a:gd name="connsiteX6" fmla="*/ 86676 w 294697"/>
                <a:gd name="connsiteY6" fmla="*/ 196066 h 321596"/>
                <a:gd name="connsiteX7" fmla="*/ 102815 w 294697"/>
                <a:gd name="connsiteY7" fmla="*/ 244485 h 321596"/>
                <a:gd name="connsiteX8" fmla="*/ 148843 w 294697"/>
                <a:gd name="connsiteY8" fmla="*/ 256440 h 321596"/>
                <a:gd name="connsiteX9" fmla="*/ 191284 w 294697"/>
                <a:gd name="connsiteY9" fmla="*/ 245083 h 321596"/>
                <a:gd name="connsiteX10" fmla="*/ 208022 w 294697"/>
                <a:gd name="connsiteY10" fmla="*/ 195469 h 321596"/>
                <a:gd name="connsiteX11" fmla="*/ 208022 w 294697"/>
                <a:gd name="connsiteY11" fmla="*/ 0 h 321596"/>
                <a:gd name="connsiteX12" fmla="*/ 294697 w 294697"/>
                <a:gd name="connsiteY12" fmla="*/ 0 h 321596"/>
                <a:gd name="connsiteX13" fmla="*/ 294697 w 294697"/>
                <a:gd name="connsiteY13" fmla="*/ 175742 h 321596"/>
                <a:gd name="connsiteX14" fmla="*/ 285731 w 294697"/>
                <a:gd name="connsiteY14" fmla="*/ 243290 h 321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4697" h="321596">
                  <a:moveTo>
                    <a:pt x="285731" y="243290"/>
                  </a:moveTo>
                  <a:cubicBezTo>
                    <a:pt x="257038" y="316815"/>
                    <a:pt x="165580" y="321597"/>
                    <a:pt x="146452" y="321597"/>
                  </a:cubicBezTo>
                  <a:cubicBezTo>
                    <a:pt x="131508" y="321597"/>
                    <a:pt x="73525" y="319206"/>
                    <a:pt x="34072" y="283938"/>
                  </a:cubicBezTo>
                  <a:cubicBezTo>
                    <a:pt x="598" y="253452"/>
                    <a:pt x="0" y="215195"/>
                    <a:pt x="0" y="175742"/>
                  </a:cubicBezTo>
                  <a:lnTo>
                    <a:pt x="0" y="0"/>
                  </a:lnTo>
                  <a:lnTo>
                    <a:pt x="86676" y="0"/>
                  </a:lnTo>
                  <a:lnTo>
                    <a:pt x="86676" y="196066"/>
                  </a:lnTo>
                  <a:cubicBezTo>
                    <a:pt x="86676" y="224161"/>
                    <a:pt x="89067" y="234921"/>
                    <a:pt x="102815" y="244485"/>
                  </a:cubicBezTo>
                  <a:cubicBezTo>
                    <a:pt x="120150" y="256440"/>
                    <a:pt x="142865" y="256440"/>
                    <a:pt x="148843" y="256440"/>
                  </a:cubicBezTo>
                  <a:cubicBezTo>
                    <a:pt x="164983" y="256440"/>
                    <a:pt x="179329" y="254647"/>
                    <a:pt x="191284" y="245083"/>
                  </a:cubicBezTo>
                  <a:cubicBezTo>
                    <a:pt x="207424" y="231932"/>
                    <a:pt x="208022" y="213402"/>
                    <a:pt x="208022" y="195469"/>
                  </a:cubicBezTo>
                  <a:lnTo>
                    <a:pt x="208022" y="0"/>
                  </a:lnTo>
                  <a:lnTo>
                    <a:pt x="294697" y="0"/>
                  </a:lnTo>
                  <a:lnTo>
                    <a:pt x="294697" y="175742"/>
                  </a:lnTo>
                  <a:cubicBezTo>
                    <a:pt x="294697" y="198457"/>
                    <a:pt x="294100" y="221172"/>
                    <a:pt x="285731" y="243290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 18">
              <a:extLst>
                <a:ext uri="{FF2B5EF4-FFF2-40B4-BE49-F238E27FC236}">
                  <a16:creationId xmlns:a16="http://schemas.microsoft.com/office/drawing/2014/main" id="{AD1D1CCD-BDE4-C1EB-9DD9-37472FBD9A5E}"/>
                </a:ext>
              </a:extLst>
            </p:cNvPr>
            <p:cNvSpPr/>
            <p:nvPr/>
          </p:nvSpPr>
          <p:spPr>
            <a:xfrm>
              <a:off x="9784253" y="5540579"/>
              <a:ext cx="345507" cy="313825"/>
            </a:xfrm>
            <a:custGeom>
              <a:avLst/>
              <a:gdLst>
                <a:gd name="connsiteX0" fmla="*/ 214597 w 345507"/>
                <a:gd name="connsiteY0" fmla="*/ 164983 h 313825"/>
                <a:gd name="connsiteX1" fmla="*/ 214597 w 345507"/>
                <a:gd name="connsiteY1" fmla="*/ 313826 h 313825"/>
                <a:gd name="connsiteX2" fmla="*/ 129715 w 345507"/>
                <a:gd name="connsiteY2" fmla="*/ 313826 h 313825"/>
                <a:gd name="connsiteX3" fmla="*/ 129715 w 345507"/>
                <a:gd name="connsiteY3" fmla="*/ 167374 h 313825"/>
                <a:gd name="connsiteX4" fmla="*/ 0 w 345507"/>
                <a:gd name="connsiteY4" fmla="*/ 0 h 313825"/>
                <a:gd name="connsiteX5" fmla="*/ 98631 w 345507"/>
                <a:gd name="connsiteY5" fmla="*/ 0 h 313825"/>
                <a:gd name="connsiteX6" fmla="*/ 172754 w 345507"/>
                <a:gd name="connsiteY6" fmla="*/ 105804 h 313825"/>
                <a:gd name="connsiteX7" fmla="*/ 246876 w 345507"/>
                <a:gd name="connsiteY7" fmla="*/ 0 h 313825"/>
                <a:gd name="connsiteX8" fmla="*/ 345507 w 345507"/>
                <a:gd name="connsiteY8" fmla="*/ 0 h 31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507" h="313825">
                  <a:moveTo>
                    <a:pt x="214597" y="164983"/>
                  </a:moveTo>
                  <a:lnTo>
                    <a:pt x="214597" y="313826"/>
                  </a:lnTo>
                  <a:lnTo>
                    <a:pt x="129715" y="313826"/>
                  </a:lnTo>
                  <a:lnTo>
                    <a:pt x="129715" y="167374"/>
                  </a:lnTo>
                  <a:lnTo>
                    <a:pt x="0" y="0"/>
                  </a:lnTo>
                  <a:lnTo>
                    <a:pt x="98631" y="0"/>
                  </a:lnTo>
                  <a:lnTo>
                    <a:pt x="172754" y="105804"/>
                  </a:lnTo>
                  <a:lnTo>
                    <a:pt x="246876" y="0"/>
                  </a:lnTo>
                  <a:lnTo>
                    <a:pt x="345507" y="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19">
              <a:extLst>
                <a:ext uri="{FF2B5EF4-FFF2-40B4-BE49-F238E27FC236}">
                  <a16:creationId xmlns:a16="http://schemas.microsoft.com/office/drawing/2014/main" id="{AD4E87C9-2108-E5CF-4422-A2155AF9A086}"/>
                </a:ext>
              </a:extLst>
            </p:cNvPr>
            <p:cNvSpPr/>
            <p:nvPr/>
          </p:nvSpPr>
          <p:spPr>
            <a:xfrm>
              <a:off x="10207469" y="5539982"/>
              <a:ext cx="309056" cy="314423"/>
            </a:xfrm>
            <a:custGeom>
              <a:avLst/>
              <a:gdLst>
                <a:gd name="connsiteX0" fmla="*/ 270189 w 309056"/>
                <a:gd name="connsiteY0" fmla="*/ 268396 h 314423"/>
                <a:gd name="connsiteX1" fmla="*/ 191284 w 309056"/>
                <a:gd name="connsiteY1" fmla="*/ 309641 h 314423"/>
                <a:gd name="connsiteX2" fmla="*/ 135692 w 309056"/>
                <a:gd name="connsiteY2" fmla="*/ 314423 h 314423"/>
                <a:gd name="connsiteX3" fmla="*/ 0 w 309056"/>
                <a:gd name="connsiteY3" fmla="*/ 314423 h 314423"/>
                <a:gd name="connsiteX4" fmla="*/ 0 w 309056"/>
                <a:gd name="connsiteY4" fmla="*/ 0 h 314423"/>
                <a:gd name="connsiteX5" fmla="*/ 109988 w 309056"/>
                <a:gd name="connsiteY5" fmla="*/ 0 h 314423"/>
                <a:gd name="connsiteX6" fmla="*/ 141072 w 309056"/>
                <a:gd name="connsiteY6" fmla="*/ 598 h 314423"/>
                <a:gd name="connsiteX7" fmla="*/ 255843 w 309056"/>
                <a:gd name="connsiteY7" fmla="*/ 34670 h 314423"/>
                <a:gd name="connsiteX8" fmla="*/ 283340 w 309056"/>
                <a:gd name="connsiteY8" fmla="*/ 63363 h 314423"/>
                <a:gd name="connsiteX9" fmla="*/ 309044 w 309056"/>
                <a:gd name="connsiteY9" fmla="*/ 154821 h 314423"/>
                <a:gd name="connsiteX10" fmla="*/ 270189 w 309056"/>
                <a:gd name="connsiteY10" fmla="*/ 268396 h 314423"/>
                <a:gd name="connsiteX11" fmla="*/ 203239 w 309056"/>
                <a:gd name="connsiteY11" fmla="*/ 92653 h 314423"/>
                <a:gd name="connsiteX12" fmla="*/ 169167 w 309056"/>
                <a:gd name="connsiteY12" fmla="*/ 71134 h 314423"/>
                <a:gd name="connsiteX13" fmla="*/ 121944 w 309056"/>
                <a:gd name="connsiteY13" fmla="*/ 66950 h 314423"/>
                <a:gd name="connsiteX14" fmla="*/ 87273 w 309056"/>
                <a:gd name="connsiteY14" fmla="*/ 66950 h 314423"/>
                <a:gd name="connsiteX15" fmla="*/ 87273 w 309056"/>
                <a:gd name="connsiteY15" fmla="*/ 251658 h 314423"/>
                <a:gd name="connsiteX16" fmla="*/ 113575 w 309056"/>
                <a:gd name="connsiteY16" fmla="*/ 251658 h 314423"/>
                <a:gd name="connsiteX17" fmla="*/ 190687 w 309056"/>
                <a:gd name="connsiteY17" fmla="*/ 234921 h 314423"/>
                <a:gd name="connsiteX18" fmla="*/ 222368 w 309056"/>
                <a:gd name="connsiteY18" fmla="*/ 157212 h 314423"/>
                <a:gd name="connsiteX19" fmla="*/ 203239 w 309056"/>
                <a:gd name="connsiteY19" fmla="*/ 92653 h 31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9056" h="314423">
                  <a:moveTo>
                    <a:pt x="270189" y="268396"/>
                  </a:moveTo>
                  <a:cubicBezTo>
                    <a:pt x="258831" y="279753"/>
                    <a:pt x="233725" y="300675"/>
                    <a:pt x="191284" y="309641"/>
                  </a:cubicBezTo>
                  <a:cubicBezTo>
                    <a:pt x="172156" y="313826"/>
                    <a:pt x="155418" y="314423"/>
                    <a:pt x="135692" y="314423"/>
                  </a:cubicBezTo>
                  <a:lnTo>
                    <a:pt x="0" y="314423"/>
                  </a:lnTo>
                  <a:lnTo>
                    <a:pt x="0" y="0"/>
                  </a:lnTo>
                  <a:lnTo>
                    <a:pt x="109988" y="0"/>
                  </a:lnTo>
                  <a:cubicBezTo>
                    <a:pt x="120748" y="0"/>
                    <a:pt x="130910" y="0"/>
                    <a:pt x="141072" y="598"/>
                  </a:cubicBezTo>
                  <a:cubicBezTo>
                    <a:pt x="156016" y="1196"/>
                    <a:pt x="213402" y="2989"/>
                    <a:pt x="255843" y="34670"/>
                  </a:cubicBezTo>
                  <a:cubicBezTo>
                    <a:pt x="262418" y="38855"/>
                    <a:pt x="272580" y="47821"/>
                    <a:pt x="283340" y="63363"/>
                  </a:cubicBezTo>
                  <a:cubicBezTo>
                    <a:pt x="295295" y="80698"/>
                    <a:pt x="309044" y="108793"/>
                    <a:pt x="309044" y="154821"/>
                  </a:cubicBezTo>
                  <a:cubicBezTo>
                    <a:pt x="309641" y="213999"/>
                    <a:pt x="288720" y="249267"/>
                    <a:pt x="270189" y="268396"/>
                  </a:cubicBezTo>
                  <a:moveTo>
                    <a:pt x="203239" y="92653"/>
                  </a:moveTo>
                  <a:cubicBezTo>
                    <a:pt x="198457" y="87273"/>
                    <a:pt x="188295" y="76514"/>
                    <a:pt x="169167" y="71134"/>
                  </a:cubicBezTo>
                  <a:cubicBezTo>
                    <a:pt x="153027" y="66352"/>
                    <a:pt x="138083" y="66950"/>
                    <a:pt x="121944" y="66950"/>
                  </a:cubicBezTo>
                  <a:lnTo>
                    <a:pt x="87273" y="66950"/>
                  </a:lnTo>
                  <a:lnTo>
                    <a:pt x="87273" y="251658"/>
                  </a:lnTo>
                  <a:lnTo>
                    <a:pt x="113575" y="251658"/>
                  </a:lnTo>
                  <a:cubicBezTo>
                    <a:pt x="139279" y="251658"/>
                    <a:pt x="168569" y="250463"/>
                    <a:pt x="190687" y="234921"/>
                  </a:cubicBezTo>
                  <a:cubicBezTo>
                    <a:pt x="208022" y="222966"/>
                    <a:pt x="222368" y="200251"/>
                    <a:pt x="222368" y="157212"/>
                  </a:cubicBezTo>
                  <a:cubicBezTo>
                    <a:pt x="222966" y="133301"/>
                    <a:pt x="219977" y="111782"/>
                    <a:pt x="203239" y="92653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94258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|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132568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bg2"/>
                </a:solidFill>
                <a:latin typeface="+mj-lt"/>
              </a:rPr>
              <a:t>Afsluiting | Wit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87DAA26B-F120-AFDE-FAD5-C9D2A3B1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D82E3-A1A7-8B44-BF34-A1C40FA6A415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07A49458-3C39-E6B8-19DE-A5CBDEC2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276" name="Groep 275">
            <a:extLst>
              <a:ext uri="{FF2B5EF4-FFF2-40B4-BE49-F238E27FC236}">
                <a16:creationId xmlns:a16="http://schemas.microsoft.com/office/drawing/2014/main" id="{6D9B39D2-7E14-75BF-48E3-3536B400422D}"/>
              </a:ext>
            </a:extLst>
          </p:cNvPr>
          <p:cNvGrpSpPr/>
          <p:nvPr userDrawn="1"/>
        </p:nvGrpSpPr>
        <p:grpSpPr>
          <a:xfrm>
            <a:off x="9481785" y="-1"/>
            <a:ext cx="2710215" cy="6860732"/>
            <a:chOff x="9481784" y="-1"/>
            <a:chExt cx="2710215" cy="6860732"/>
          </a:xfrm>
          <a:solidFill>
            <a:schemeClr val="tx1"/>
          </a:solidFill>
        </p:grpSpPr>
        <p:sp>
          <p:nvSpPr>
            <p:cNvPr id="270" name="Vrije vorm 269">
              <a:extLst>
                <a:ext uri="{FF2B5EF4-FFF2-40B4-BE49-F238E27FC236}">
                  <a16:creationId xmlns:a16="http://schemas.microsoft.com/office/drawing/2014/main" id="{2D3EB8EB-2D7A-D5D5-5721-EA8A1D7C8F00}"/>
                </a:ext>
              </a:extLst>
            </p:cNvPr>
            <p:cNvSpPr/>
            <p:nvPr userDrawn="1"/>
          </p:nvSpPr>
          <p:spPr>
            <a:xfrm>
              <a:off x="9481784" y="6165850"/>
              <a:ext cx="694787" cy="694881"/>
            </a:xfrm>
            <a:custGeom>
              <a:avLst/>
              <a:gdLst>
                <a:gd name="connsiteX0" fmla="*/ 687771 w 687771"/>
                <a:gd name="connsiteY0" fmla="*/ 343932 h 687864"/>
                <a:gd name="connsiteX1" fmla="*/ 343886 w 687771"/>
                <a:gd name="connsiteY1" fmla="*/ 687864 h 687864"/>
                <a:gd name="connsiteX2" fmla="*/ 0 w 687771"/>
                <a:gd name="connsiteY2" fmla="*/ 343932 h 687864"/>
                <a:gd name="connsiteX3" fmla="*/ 343886 w 687771"/>
                <a:gd name="connsiteY3" fmla="*/ 0 h 687864"/>
                <a:gd name="connsiteX4" fmla="*/ 687771 w 687771"/>
                <a:gd name="connsiteY4" fmla="*/ 343932 h 6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771" h="687864">
                  <a:moveTo>
                    <a:pt x="687771" y="343932"/>
                  </a:moveTo>
                  <a:cubicBezTo>
                    <a:pt x="687771" y="533880"/>
                    <a:pt x="533809" y="687864"/>
                    <a:pt x="343886" y="687864"/>
                  </a:cubicBezTo>
                  <a:cubicBezTo>
                    <a:pt x="153963" y="687864"/>
                    <a:pt x="0" y="533880"/>
                    <a:pt x="0" y="343932"/>
                  </a:cubicBezTo>
                  <a:cubicBezTo>
                    <a:pt x="0" y="153983"/>
                    <a:pt x="153963" y="0"/>
                    <a:pt x="343886" y="0"/>
                  </a:cubicBezTo>
                  <a:cubicBezTo>
                    <a:pt x="533809" y="0"/>
                    <a:pt x="687771" y="153983"/>
                    <a:pt x="687771" y="343932"/>
                  </a:cubicBezTo>
                  <a:close/>
                </a:path>
              </a:pathLst>
            </a:custGeom>
            <a:grpFill/>
            <a:ln w="22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1" name="Vrije vorm 270">
              <a:extLst>
                <a:ext uri="{FF2B5EF4-FFF2-40B4-BE49-F238E27FC236}">
                  <a16:creationId xmlns:a16="http://schemas.microsoft.com/office/drawing/2014/main" id="{2793FE07-116A-8B96-6B57-332B9203FDD6}"/>
                </a:ext>
              </a:extLst>
            </p:cNvPr>
            <p:cNvSpPr/>
            <p:nvPr userDrawn="1"/>
          </p:nvSpPr>
          <p:spPr>
            <a:xfrm>
              <a:off x="11496674" y="3411314"/>
              <a:ext cx="695325" cy="704599"/>
            </a:xfrm>
            <a:custGeom>
              <a:avLst/>
              <a:gdLst>
                <a:gd name="connsiteX0" fmla="*/ 0 w 676589"/>
                <a:gd name="connsiteY0" fmla="*/ 0 h 685613"/>
                <a:gd name="connsiteX1" fmla="*/ 676589 w 676589"/>
                <a:gd name="connsiteY1" fmla="*/ 0 h 685613"/>
                <a:gd name="connsiteX2" fmla="*/ 676589 w 676589"/>
                <a:gd name="connsiteY2" fmla="*/ 685614 h 685613"/>
                <a:gd name="connsiteX3" fmla="*/ 0 w 676589"/>
                <a:gd name="connsiteY3" fmla="*/ 685614 h 68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589" h="685613">
                  <a:moveTo>
                    <a:pt x="0" y="0"/>
                  </a:moveTo>
                  <a:lnTo>
                    <a:pt x="676589" y="0"/>
                  </a:lnTo>
                  <a:lnTo>
                    <a:pt x="676589" y="685614"/>
                  </a:lnTo>
                  <a:lnTo>
                    <a:pt x="0" y="68561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2" name="Vrije vorm 271">
              <a:extLst>
                <a:ext uri="{FF2B5EF4-FFF2-40B4-BE49-F238E27FC236}">
                  <a16:creationId xmlns:a16="http://schemas.microsoft.com/office/drawing/2014/main" id="{60AB77C8-B4D8-A389-71B5-8D46CF855AF4}"/>
                </a:ext>
              </a:extLst>
            </p:cNvPr>
            <p:cNvSpPr/>
            <p:nvPr userDrawn="1"/>
          </p:nvSpPr>
          <p:spPr>
            <a:xfrm>
              <a:off x="10820958" y="2043278"/>
              <a:ext cx="676588" cy="1366760"/>
            </a:xfrm>
            <a:custGeom>
              <a:avLst/>
              <a:gdLst>
                <a:gd name="connsiteX0" fmla="*/ 0 w 676588"/>
                <a:gd name="connsiteY0" fmla="*/ 683380 h 1366760"/>
                <a:gd name="connsiteX1" fmla="*/ 676589 w 676588"/>
                <a:gd name="connsiteY1" fmla="*/ 1366761 h 1366760"/>
                <a:gd name="connsiteX2" fmla="*/ 676589 w 676588"/>
                <a:gd name="connsiteY2" fmla="*/ 0 h 1366760"/>
                <a:gd name="connsiteX3" fmla="*/ 0 w 676588"/>
                <a:gd name="connsiteY3" fmla="*/ 683380 h 136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588" h="1366760">
                  <a:moveTo>
                    <a:pt x="0" y="683380"/>
                  </a:moveTo>
                  <a:cubicBezTo>
                    <a:pt x="0" y="1060803"/>
                    <a:pt x="303684" y="1366761"/>
                    <a:pt x="676589" y="1366761"/>
                  </a:cubicBezTo>
                  <a:lnTo>
                    <a:pt x="676589" y="0"/>
                  </a:lnTo>
                  <a:cubicBezTo>
                    <a:pt x="303684" y="0"/>
                    <a:pt x="0" y="305958"/>
                    <a:pt x="0" y="683380"/>
                  </a:cubicBez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3" name="Vrije vorm 272">
              <a:extLst>
                <a:ext uri="{FF2B5EF4-FFF2-40B4-BE49-F238E27FC236}">
                  <a16:creationId xmlns:a16="http://schemas.microsoft.com/office/drawing/2014/main" id="{CF187484-02AC-88D4-C10B-7998E4C5D48A}"/>
                </a:ext>
              </a:extLst>
            </p:cNvPr>
            <p:cNvSpPr/>
            <p:nvPr userDrawn="1"/>
          </p:nvSpPr>
          <p:spPr>
            <a:xfrm>
              <a:off x="10820958" y="-1"/>
              <a:ext cx="1371041" cy="1371227"/>
            </a:xfrm>
            <a:custGeom>
              <a:avLst/>
              <a:gdLst>
                <a:gd name="connsiteX0" fmla="*/ 0 w 1371041"/>
                <a:gd name="connsiteY0" fmla="*/ 0 h 1371227"/>
                <a:gd name="connsiteX1" fmla="*/ 1371042 w 1371041"/>
                <a:gd name="connsiteY1" fmla="*/ 1371227 h 1371227"/>
                <a:gd name="connsiteX2" fmla="*/ 1371042 w 1371041"/>
                <a:gd name="connsiteY2" fmla="*/ 0 h 137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041" h="1371227">
                  <a:moveTo>
                    <a:pt x="0" y="0"/>
                  </a:moveTo>
                  <a:lnTo>
                    <a:pt x="1371042" y="1371227"/>
                  </a:lnTo>
                  <a:lnTo>
                    <a:pt x="1371042" y="0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4" name="Vrije vorm 273">
              <a:extLst>
                <a:ext uri="{FF2B5EF4-FFF2-40B4-BE49-F238E27FC236}">
                  <a16:creationId xmlns:a16="http://schemas.microsoft.com/office/drawing/2014/main" id="{BF8BA3E6-B9A8-30F3-3029-CBB22D1AB1F9}"/>
                </a:ext>
              </a:extLst>
            </p:cNvPr>
            <p:cNvSpPr/>
            <p:nvPr userDrawn="1"/>
          </p:nvSpPr>
          <p:spPr>
            <a:xfrm>
              <a:off x="10836589" y="6165849"/>
              <a:ext cx="1355410" cy="692519"/>
            </a:xfrm>
            <a:custGeom>
              <a:avLst/>
              <a:gdLst>
                <a:gd name="connsiteX0" fmla="*/ 0 w 1355410"/>
                <a:gd name="connsiteY0" fmla="*/ 0 h 685613"/>
                <a:gd name="connsiteX1" fmla="*/ 1355411 w 1355410"/>
                <a:gd name="connsiteY1" fmla="*/ 0 h 685613"/>
                <a:gd name="connsiteX2" fmla="*/ 1355411 w 1355410"/>
                <a:gd name="connsiteY2" fmla="*/ 685614 h 685613"/>
                <a:gd name="connsiteX3" fmla="*/ 0 w 1355410"/>
                <a:gd name="connsiteY3" fmla="*/ 685614 h 68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5410" h="685613">
                  <a:moveTo>
                    <a:pt x="0" y="0"/>
                  </a:moveTo>
                  <a:lnTo>
                    <a:pt x="1355411" y="0"/>
                  </a:lnTo>
                  <a:lnTo>
                    <a:pt x="1355411" y="685614"/>
                  </a:lnTo>
                  <a:lnTo>
                    <a:pt x="0" y="685614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5" name="Vrije vorm 274">
              <a:extLst>
                <a:ext uri="{FF2B5EF4-FFF2-40B4-BE49-F238E27FC236}">
                  <a16:creationId xmlns:a16="http://schemas.microsoft.com/office/drawing/2014/main" id="{182A0287-C059-0A19-41EC-D35FC2AA0B55}"/>
                </a:ext>
              </a:extLst>
            </p:cNvPr>
            <p:cNvSpPr/>
            <p:nvPr userDrawn="1"/>
          </p:nvSpPr>
          <p:spPr>
            <a:xfrm>
              <a:off x="9485643" y="4814722"/>
              <a:ext cx="1350945" cy="1351127"/>
            </a:xfrm>
            <a:custGeom>
              <a:avLst/>
              <a:gdLst>
                <a:gd name="connsiteX0" fmla="*/ 0 w 1350945"/>
                <a:gd name="connsiteY0" fmla="*/ 0 h 1351127"/>
                <a:gd name="connsiteX1" fmla="*/ 1350945 w 1350945"/>
                <a:gd name="connsiteY1" fmla="*/ 0 h 1351127"/>
                <a:gd name="connsiteX2" fmla="*/ 1350945 w 1350945"/>
                <a:gd name="connsiteY2" fmla="*/ 1351128 h 1351127"/>
                <a:gd name="connsiteX3" fmla="*/ 0 w 1350945"/>
                <a:gd name="connsiteY3" fmla="*/ 1351128 h 135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0945" h="1351127">
                  <a:moveTo>
                    <a:pt x="0" y="0"/>
                  </a:moveTo>
                  <a:lnTo>
                    <a:pt x="1350945" y="0"/>
                  </a:lnTo>
                  <a:lnTo>
                    <a:pt x="1350945" y="1351128"/>
                  </a:lnTo>
                  <a:lnTo>
                    <a:pt x="0" y="1351128"/>
                  </a:lnTo>
                  <a:close/>
                </a:path>
              </a:pathLst>
            </a:custGeom>
            <a:grpFill/>
            <a:ln w="223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1B982A3-C2D2-1294-1148-EF10A784DF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4453" y="3623554"/>
            <a:ext cx="2789237" cy="193899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Vragen</a:t>
            </a:r>
          </a:p>
        </p:txBody>
      </p:sp>
      <p:sp>
        <p:nvSpPr>
          <p:cNvPr id="10" name="Tijdelijke aanduiding voor tekst 8">
            <a:extLst>
              <a:ext uri="{FF2B5EF4-FFF2-40B4-BE49-F238E27FC236}">
                <a16:creationId xmlns:a16="http://schemas.microsoft.com/office/drawing/2014/main" id="{845CD524-4837-FD68-B7AC-CAF245D294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453" y="3908366"/>
            <a:ext cx="2789237" cy="38779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Mail naar</a:t>
            </a:r>
            <a:br>
              <a:rPr lang="nl-NL" dirty="0"/>
            </a:br>
            <a:r>
              <a:rPr lang="nl-NL" dirty="0" err="1"/>
              <a:t>achternaam@zuyd.nl</a:t>
            </a:r>
            <a:endParaRPr lang="nl-NL" dirty="0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AF14F9D4-85C3-F924-69DA-6DCE4474E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708" y="3623554"/>
            <a:ext cx="3956142" cy="193899"/>
          </a:xfrm>
        </p:spPr>
        <p:txBody>
          <a:bodyPr wrap="square"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Opdrachten</a:t>
            </a:r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DCC32126-AF1C-A2AA-FDBC-1729C52818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6708" y="3908366"/>
            <a:ext cx="3956142" cy="387798"/>
          </a:xfrm>
        </p:spPr>
        <p:txBody>
          <a:bodyPr wrap="square">
            <a:no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, </a:t>
            </a:r>
            <a:r>
              <a:rPr lang="nl-NL" dirty="0" err="1"/>
              <a:t>consectetur</a:t>
            </a:r>
            <a:r>
              <a:rPr lang="nl-NL" dirty="0"/>
              <a:t> </a:t>
            </a:r>
            <a:r>
              <a:rPr lang="nl-NL" dirty="0" err="1"/>
              <a:t>elit</a:t>
            </a:r>
            <a:r>
              <a:rPr lang="nl-NL" dirty="0"/>
              <a:t>, do </a:t>
            </a:r>
            <a:r>
              <a:rPr lang="nl-NL" dirty="0" err="1"/>
              <a:t>eiusmod</a:t>
            </a:r>
            <a:r>
              <a:rPr lang="nl-NL" dirty="0"/>
              <a:t> </a:t>
            </a:r>
            <a:r>
              <a:rPr lang="nl-NL" dirty="0" err="1"/>
              <a:t>tempor</a:t>
            </a:r>
            <a:r>
              <a:rPr lang="nl-NL" dirty="0"/>
              <a:t> </a:t>
            </a:r>
            <a:r>
              <a:rPr lang="nl-NL" dirty="0" err="1"/>
              <a:t>incididunt</a:t>
            </a:r>
            <a:r>
              <a:rPr lang="nl-NL" dirty="0"/>
              <a:t> ut </a:t>
            </a:r>
            <a:r>
              <a:rPr lang="nl-NL" dirty="0" err="1"/>
              <a:t>labore</a:t>
            </a:r>
            <a:r>
              <a:rPr lang="nl-NL" dirty="0"/>
              <a:t> et </a:t>
            </a:r>
            <a:r>
              <a:rPr lang="nl-NL" dirty="0" err="1"/>
              <a:t>dolore</a:t>
            </a:r>
            <a:r>
              <a:rPr lang="nl-NL" dirty="0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CA24A4-3550-3385-1F4F-DA834A8628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84200"/>
            <a:ext cx="8137525" cy="396875"/>
          </a:xfrm>
        </p:spPr>
        <p:txBody>
          <a:bodyPr/>
          <a:lstStyle/>
          <a:p>
            <a:r>
              <a:rPr lang="nl-NL" dirty="0"/>
              <a:t>Afsluitende slide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133C34-9ACE-CBDE-0B64-95A6836ADF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4" y="2616495"/>
            <a:ext cx="700521" cy="42640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519DA6D-C426-8681-33B2-98FBDDAA3C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708" y="2485104"/>
            <a:ext cx="469900" cy="689186"/>
          </a:xfrm>
          <a:prstGeom prst="rect">
            <a:avLst/>
          </a:prstGeom>
        </p:spPr>
      </p:pic>
      <p:grpSp>
        <p:nvGrpSpPr>
          <p:cNvPr id="18" name="Groep 17">
            <a:extLst>
              <a:ext uri="{FF2B5EF4-FFF2-40B4-BE49-F238E27FC236}">
                <a16:creationId xmlns:a16="http://schemas.microsoft.com/office/drawing/2014/main" id="{4CACB0E2-8456-6CCE-8E71-249F04D93046}"/>
              </a:ext>
            </a:extLst>
          </p:cNvPr>
          <p:cNvGrpSpPr/>
          <p:nvPr userDrawn="1"/>
        </p:nvGrpSpPr>
        <p:grpSpPr>
          <a:xfrm>
            <a:off x="9791121" y="5123856"/>
            <a:ext cx="732272" cy="732858"/>
            <a:chOff x="9784253" y="5121547"/>
            <a:chExt cx="732272" cy="732858"/>
          </a:xfrm>
        </p:grpSpPr>
        <p:sp>
          <p:nvSpPr>
            <p:cNvPr id="19" name="Vrije vorm 18">
              <a:extLst>
                <a:ext uri="{FF2B5EF4-FFF2-40B4-BE49-F238E27FC236}">
                  <a16:creationId xmlns:a16="http://schemas.microsoft.com/office/drawing/2014/main" id="{7BA78268-2E68-E32C-260F-E635774B0D60}"/>
                </a:ext>
              </a:extLst>
            </p:cNvPr>
            <p:cNvSpPr/>
            <p:nvPr/>
          </p:nvSpPr>
          <p:spPr>
            <a:xfrm>
              <a:off x="9802783" y="5121547"/>
              <a:ext cx="295295" cy="315021"/>
            </a:xfrm>
            <a:custGeom>
              <a:avLst/>
              <a:gdLst>
                <a:gd name="connsiteX0" fmla="*/ 106402 w 295295"/>
                <a:gd name="connsiteY0" fmla="*/ 252854 h 315021"/>
                <a:gd name="connsiteX1" fmla="*/ 294100 w 295295"/>
                <a:gd name="connsiteY1" fmla="*/ 252854 h 315021"/>
                <a:gd name="connsiteX2" fmla="*/ 294100 w 295295"/>
                <a:gd name="connsiteY2" fmla="*/ 315021 h 315021"/>
                <a:gd name="connsiteX3" fmla="*/ 0 w 295295"/>
                <a:gd name="connsiteY3" fmla="*/ 315021 h 315021"/>
                <a:gd name="connsiteX4" fmla="*/ 0 w 295295"/>
                <a:gd name="connsiteY4" fmla="*/ 255843 h 315021"/>
                <a:gd name="connsiteX5" fmla="*/ 191284 w 295295"/>
                <a:gd name="connsiteY5" fmla="*/ 61570 h 315021"/>
                <a:gd name="connsiteX6" fmla="*/ 16140 w 295295"/>
                <a:gd name="connsiteY6" fmla="*/ 61570 h 315021"/>
                <a:gd name="connsiteX7" fmla="*/ 16140 w 295295"/>
                <a:gd name="connsiteY7" fmla="*/ 0 h 315021"/>
                <a:gd name="connsiteX8" fmla="*/ 295295 w 295295"/>
                <a:gd name="connsiteY8" fmla="*/ 0 h 315021"/>
                <a:gd name="connsiteX9" fmla="*/ 295295 w 295295"/>
                <a:gd name="connsiteY9" fmla="*/ 61570 h 31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295" h="315021">
                  <a:moveTo>
                    <a:pt x="106402" y="252854"/>
                  </a:moveTo>
                  <a:lnTo>
                    <a:pt x="294100" y="252854"/>
                  </a:lnTo>
                  <a:lnTo>
                    <a:pt x="294100" y="315021"/>
                  </a:lnTo>
                  <a:lnTo>
                    <a:pt x="0" y="315021"/>
                  </a:lnTo>
                  <a:lnTo>
                    <a:pt x="0" y="255843"/>
                  </a:lnTo>
                  <a:lnTo>
                    <a:pt x="191284" y="61570"/>
                  </a:lnTo>
                  <a:lnTo>
                    <a:pt x="16140" y="61570"/>
                  </a:lnTo>
                  <a:lnTo>
                    <a:pt x="16140" y="0"/>
                  </a:lnTo>
                  <a:lnTo>
                    <a:pt x="295295" y="0"/>
                  </a:lnTo>
                  <a:lnTo>
                    <a:pt x="295295" y="6157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19">
              <a:extLst>
                <a:ext uri="{FF2B5EF4-FFF2-40B4-BE49-F238E27FC236}">
                  <a16:creationId xmlns:a16="http://schemas.microsoft.com/office/drawing/2014/main" id="{A47BA0C1-CFD1-3A05-502E-D753C8BDC833}"/>
                </a:ext>
              </a:extLst>
            </p:cNvPr>
            <p:cNvSpPr/>
            <p:nvPr/>
          </p:nvSpPr>
          <p:spPr>
            <a:xfrm>
              <a:off x="10208067" y="5121547"/>
              <a:ext cx="294697" cy="321596"/>
            </a:xfrm>
            <a:custGeom>
              <a:avLst/>
              <a:gdLst>
                <a:gd name="connsiteX0" fmla="*/ 285731 w 294697"/>
                <a:gd name="connsiteY0" fmla="*/ 243290 h 321596"/>
                <a:gd name="connsiteX1" fmla="*/ 146452 w 294697"/>
                <a:gd name="connsiteY1" fmla="*/ 321597 h 321596"/>
                <a:gd name="connsiteX2" fmla="*/ 34072 w 294697"/>
                <a:gd name="connsiteY2" fmla="*/ 283938 h 321596"/>
                <a:gd name="connsiteX3" fmla="*/ 0 w 294697"/>
                <a:gd name="connsiteY3" fmla="*/ 175742 h 321596"/>
                <a:gd name="connsiteX4" fmla="*/ 0 w 294697"/>
                <a:gd name="connsiteY4" fmla="*/ 0 h 321596"/>
                <a:gd name="connsiteX5" fmla="*/ 86676 w 294697"/>
                <a:gd name="connsiteY5" fmla="*/ 0 h 321596"/>
                <a:gd name="connsiteX6" fmla="*/ 86676 w 294697"/>
                <a:gd name="connsiteY6" fmla="*/ 196066 h 321596"/>
                <a:gd name="connsiteX7" fmla="*/ 102815 w 294697"/>
                <a:gd name="connsiteY7" fmla="*/ 244485 h 321596"/>
                <a:gd name="connsiteX8" fmla="*/ 148843 w 294697"/>
                <a:gd name="connsiteY8" fmla="*/ 256440 h 321596"/>
                <a:gd name="connsiteX9" fmla="*/ 191284 w 294697"/>
                <a:gd name="connsiteY9" fmla="*/ 245083 h 321596"/>
                <a:gd name="connsiteX10" fmla="*/ 208022 w 294697"/>
                <a:gd name="connsiteY10" fmla="*/ 195469 h 321596"/>
                <a:gd name="connsiteX11" fmla="*/ 208022 w 294697"/>
                <a:gd name="connsiteY11" fmla="*/ 0 h 321596"/>
                <a:gd name="connsiteX12" fmla="*/ 294697 w 294697"/>
                <a:gd name="connsiteY12" fmla="*/ 0 h 321596"/>
                <a:gd name="connsiteX13" fmla="*/ 294697 w 294697"/>
                <a:gd name="connsiteY13" fmla="*/ 175742 h 321596"/>
                <a:gd name="connsiteX14" fmla="*/ 285731 w 294697"/>
                <a:gd name="connsiteY14" fmla="*/ 243290 h 321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4697" h="321596">
                  <a:moveTo>
                    <a:pt x="285731" y="243290"/>
                  </a:moveTo>
                  <a:cubicBezTo>
                    <a:pt x="257038" y="316815"/>
                    <a:pt x="165580" y="321597"/>
                    <a:pt x="146452" y="321597"/>
                  </a:cubicBezTo>
                  <a:cubicBezTo>
                    <a:pt x="131508" y="321597"/>
                    <a:pt x="73525" y="319206"/>
                    <a:pt x="34072" y="283938"/>
                  </a:cubicBezTo>
                  <a:cubicBezTo>
                    <a:pt x="598" y="253452"/>
                    <a:pt x="0" y="215195"/>
                    <a:pt x="0" y="175742"/>
                  </a:cubicBezTo>
                  <a:lnTo>
                    <a:pt x="0" y="0"/>
                  </a:lnTo>
                  <a:lnTo>
                    <a:pt x="86676" y="0"/>
                  </a:lnTo>
                  <a:lnTo>
                    <a:pt x="86676" y="196066"/>
                  </a:lnTo>
                  <a:cubicBezTo>
                    <a:pt x="86676" y="224161"/>
                    <a:pt x="89067" y="234921"/>
                    <a:pt x="102815" y="244485"/>
                  </a:cubicBezTo>
                  <a:cubicBezTo>
                    <a:pt x="120150" y="256440"/>
                    <a:pt x="142865" y="256440"/>
                    <a:pt x="148843" y="256440"/>
                  </a:cubicBezTo>
                  <a:cubicBezTo>
                    <a:pt x="164983" y="256440"/>
                    <a:pt x="179329" y="254647"/>
                    <a:pt x="191284" y="245083"/>
                  </a:cubicBezTo>
                  <a:cubicBezTo>
                    <a:pt x="207424" y="231932"/>
                    <a:pt x="208022" y="213402"/>
                    <a:pt x="208022" y="195469"/>
                  </a:cubicBezTo>
                  <a:lnTo>
                    <a:pt x="208022" y="0"/>
                  </a:lnTo>
                  <a:lnTo>
                    <a:pt x="294697" y="0"/>
                  </a:lnTo>
                  <a:lnTo>
                    <a:pt x="294697" y="175742"/>
                  </a:lnTo>
                  <a:cubicBezTo>
                    <a:pt x="294697" y="198457"/>
                    <a:pt x="294100" y="221172"/>
                    <a:pt x="285731" y="243290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 20">
              <a:extLst>
                <a:ext uri="{FF2B5EF4-FFF2-40B4-BE49-F238E27FC236}">
                  <a16:creationId xmlns:a16="http://schemas.microsoft.com/office/drawing/2014/main" id="{06E25A38-1217-C68E-F117-DA11BB62B893}"/>
                </a:ext>
              </a:extLst>
            </p:cNvPr>
            <p:cNvSpPr/>
            <p:nvPr/>
          </p:nvSpPr>
          <p:spPr>
            <a:xfrm>
              <a:off x="9784253" y="5540579"/>
              <a:ext cx="345507" cy="313825"/>
            </a:xfrm>
            <a:custGeom>
              <a:avLst/>
              <a:gdLst>
                <a:gd name="connsiteX0" fmla="*/ 214597 w 345507"/>
                <a:gd name="connsiteY0" fmla="*/ 164983 h 313825"/>
                <a:gd name="connsiteX1" fmla="*/ 214597 w 345507"/>
                <a:gd name="connsiteY1" fmla="*/ 313826 h 313825"/>
                <a:gd name="connsiteX2" fmla="*/ 129715 w 345507"/>
                <a:gd name="connsiteY2" fmla="*/ 313826 h 313825"/>
                <a:gd name="connsiteX3" fmla="*/ 129715 w 345507"/>
                <a:gd name="connsiteY3" fmla="*/ 167374 h 313825"/>
                <a:gd name="connsiteX4" fmla="*/ 0 w 345507"/>
                <a:gd name="connsiteY4" fmla="*/ 0 h 313825"/>
                <a:gd name="connsiteX5" fmla="*/ 98631 w 345507"/>
                <a:gd name="connsiteY5" fmla="*/ 0 h 313825"/>
                <a:gd name="connsiteX6" fmla="*/ 172754 w 345507"/>
                <a:gd name="connsiteY6" fmla="*/ 105804 h 313825"/>
                <a:gd name="connsiteX7" fmla="*/ 246876 w 345507"/>
                <a:gd name="connsiteY7" fmla="*/ 0 h 313825"/>
                <a:gd name="connsiteX8" fmla="*/ 345507 w 345507"/>
                <a:gd name="connsiteY8" fmla="*/ 0 h 31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507" h="313825">
                  <a:moveTo>
                    <a:pt x="214597" y="164983"/>
                  </a:moveTo>
                  <a:lnTo>
                    <a:pt x="214597" y="313826"/>
                  </a:lnTo>
                  <a:lnTo>
                    <a:pt x="129715" y="313826"/>
                  </a:lnTo>
                  <a:lnTo>
                    <a:pt x="129715" y="167374"/>
                  </a:lnTo>
                  <a:lnTo>
                    <a:pt x="0" y="0"/>
                  </a:lnTo>
                  <a:lnTo>
                    <a:pt x="98631" y="0"/>
                  </a:lnTo>
                  <a:lnTo>
                    <a:pt x="172754" y="105804"/>
                  </a:lnTo>
                  <a:lnTo>
                    <a:pt x="246876" y="0"/>
                  </a:lnTo>
                  <a:lnTo>
                    <a:pt x="345507" y="0"/>
                  </a:lnTo>
                  <a:close/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 21">
              <a:extLst>
                <a:ext uri="{FF2B5EF4-FFF2-40B4-BE49-F238E27FC236}">
                  <a16:creationId xmlns:a16="http://schemas.microsoft.com/office/drawing/2014/main" id="{D17CE686-CFCD-26F8-D714-DA5DA5FC9E6B}"/>
                </a:ext>
              </a:extLst>
            </p:cNvPr>
            <p:cNvSpPr/>
            <p:nvPr/>
          </p:nvSpPr>
          <p:spPr>
            <a:xfrm>
              <a:off x="10207469" y="5539982"/>
              <a:ext cx="309056" cy="314423"/>
            </a:xfrm>
            <a:custGeom>
              <a:avLst/>
              <a:gdLst>
                <a:gd name="connsiteX0" fmla="*/ 270189 w 309056"/>
                <a:gd name="connsiteY0" fmla="*/ 268396 h 314423"/>
                <a:gd name="connsiteX1" fmla="*/ 191284 w 309056"/>
                <a:gd name="connsiteY1" fmla="*/ 309641 h 314423"/>
                <a:gd name="connsiteX2" fmla="*/ 135692 w 309056"/>
                <a:gd name="connsiteY2" fmla="*/ 314423 h 314423"/>
                <a:gd name="connsiteX3" fmla="*/ 0 w 309056"/>
                <a:gd name="connsiteY3" fmla="*/ 314423 h 314423"/>
                <a:gd name="connsiteX4" fmla="*/ 0 w 309056"/>
                <a:gd name="connsiteY4" fmla="*/ 0 h 314423"/>
                <a:gd name="connsiteX5" fmla="*/ 109988 w 309056"/>
                <a:gd name="connsiteY5" fmla="*/ 0 h 314423"/>
                <a:gd name="connsiteX6" fmla="*/ 141072 w 309056"/>
                <a:gd name="connsiteY6" fmla="*/ 598 h 314423"/>
                <a:gd name="connsiteX7" fmla="*/ 255843 w 309056"/>
                <a:gd name="connsiteY7" fmla="*/ 34670 h 314423"/>
                <a:gd name="connsiteX8" fmla="*/ 283340 w 309056"/>
                <a:gd name="connsiteY8" fmla="*/ 63363 h 314423"/>
                <a:gd name="connsiteX9" fmla="*/ 309044 w 309056"/>
                <a:gd name="connsiteY9" fmla="*/ 154821 h 314423"/>
                <a:gd name="connsiteX10" fmla="*/ 270189 w 309056"/>
                <a:gd name="connsiteY10" fmla="*/ 268396 h 314423"/>
                <a:gd name="connsiteX11" fmla="*/ 203239 w 309056"/>
                <a:gd name="connsiteY11" fmla="*/ 92653 h 314423"/>
                <a:gd name="connsiteX12" fmla="*/ 169167 w 309056"/>
                <a:gd name="connsiteY12" fmla="*/ 71134 h 314423"/>
                <a:gd name="connsiteX13" fmla="*/ 121944 w 309056"/>
                <a:gd name="connsiteY13" fmla="*/ 66950 h 314423"/>
                <a:gd name="connsiteX14" fmla="*/ 87273 w 309056"/>
                <a:gd name="connsiteY14" fmla="*/ 66950 h 314423"/>
                <a:gd name="connsiteX15" fmla="*/ 87273 w 309056"/>
                <a:gd name="connsiteY15" fmla="*/ 251658 h 314423"/>
                <a:gd name="connsiteX16" fmla="*/ 113575 w 309056"/>
                <a:gd name="connsiteY16" fmla="*/ 251658 h 314423"/>
                <a:gd name="connsiteX17" fmla="*/ 190687 w 309056"/>
                <a:gd name="connsiteY17" fmla="*/ 234921 h 314423"/>
                <a:gd name="connsiteX18" fmla="*/ 222368 w 309056"/>
                <a:gd name="connsiteY18" fmla="*/ 157212 h 314423"/>
                <a:gd name="connsiteX19" fmla="*/ 203239 w 309056"/>
                <a:gd name="connsiteY19" fmla="*/ 92653 h 31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9056" h="314423">
                  <a:moveTo>
                    <a:pt x="270189" y="268396"/>
                  </a:moveTo>
                  <a:cubicBezTo>
                    <a:pt x="258831" y="279753"/>
                    <a:pt x="233725" y="300675"/>
                    <a:pt x="191284" y="309641"/>
                  </a:cubicBezTo>
                  <a:cubicBezTo>
                    <a:pt x="172156" y="313826"/>
                    <a:pt x="155418" y="314423"/>
                    <a:pt x="135692" y="314423"/>
                  </a:cubicBezTo>
                  <a:lnTo>
                    <a:pt x="0" y="314423"/>
                  </a:lnTo>
                  <a:lnTo>
                    <a:pt x="0" y="0"/>
                  </a:lnTo>
                  <a:lnTo>
                    <a:pt x="109988" y="0"/>
                  </a:lnTo>
                  <a:cubicBezTo>
                    <a:pt x="120748" y="0"/>
                    <a:pt x="130910" y="0"/>
                    <a:pt x="141072" y="598"/>
                  </a:cubicBezTo>
                  <a:cubicBezTo>
                    <a:pt x="156016" y="1196"/>
                    <a:pt x="213402" y="2989"/>
                    <a:pt x="255843" y="34670"/>
                  </a:cubicBezTo>
                  <a:cubicBezTo>
                    <a:pt x="262418" y="38855"/>
                    <a:pt x="272580" y="47821"/>
                    <a:pt x="283340" y="63363"/>
                  </a:cubicBezTo>
                  <a:cubicBezTo>
                    <a:pt x="295295" y="80698"/>
                    <a:pt x="309044" y="108793"/>
                    <a:pt x="309044" y="154821"/>
                  </a:cubicBezTo>
                  <a:cubicBezTo>
                    <a:pt x="309641" y="213999"/>
                    <a:pt x="288720" y="249267"/>
                    <a:pt x="270189" y="268396"/>
                  </a:cubicBezTo>
                  <a:moveTo>
                    <a:pt x="203239" y="92653"/>
                  </a:moveTo>
                  <a:cubicBezTo>
                    <a:pt x="198457" y="87273"/>
                    <a:pt x="188295" y="76514"/>
                    <a:pt x="169167" y="71134"/>
                  </a:cubicBezTo>
                  <a:cubicBezTo>
                    <a:pt x="153027" y="66352"/>
                    <a:pt x="138083" y="66950"/>
                    <a:pt x="121944" y="66950"/>
                  </a:cubicBezTo>
                  <a:lnTo>
                    <a:pt x="87273" y="66950"/>
                  </a:lnTo>
                  <a:lnTo>
                    <a:pt x="87273" y="251658"/>
                  </a:lnTo>
                  <a:lnTo>
                    <a:pt x="113575" y="251658"/>
                  </a:lnTo>
                  <a:cubicBezTo>
                    <a:pt x="139279" y="251658"/>
                    <a:pt x="168569" y="250463"/>
                    <a:pt x="190687" y="234921"/>
                  </a:cubicBezTo>
                  <a:cubicBezTo>
                    <a:pt x="208022" y="222966"/>
                    <a:pt x="222368" y="200251"/>
                    <a:pt x="222368" y="157212"/>
                  </a:cubicBezTo>
                  <a:cubicBezTo>
                    <a:pt x="222966" y="133301"/>
                    <a:pt x="219977" y="111782"/>
                    <a:pt x="203239" y="92653"/>
                  </a:cubicBezTo>
                </a:path>
              </a:pathLst>
            </a:custGeom>
            <a:solidFill>
              <a:srgbClr val="E52034"/>
            </a:solidFill>
            <a:ln w="5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7945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564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84200"/>
            <a:ext cx="10799388" cy="3968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844674"/>
            <a:ext cx="10801350" cy="4321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 dirty="0">
                <a:solidFill>
                  <a:schemeClr val="tx1"/>
                </a:solidFill>
                <a:latin typeface="+mn-lt"/>
              </a:rPr>
              <a:t>INDELING</a:t>
            </a:r>
          </a:p>
        </p:txBody>
      </p:sp>
      <p:sp>
        <p:nvSpPr>
          <p:cNvPr id="28" name="Tijdelijke aanduiding voor datum 3">
            <a:extLst>
              <a:ext uri="{FF2B5EF4-FFF2-40B4-BE49-F238E27FC236}">
                <a16:creationId xmlns:a16="http://schemas.microsoft.com/office/drawing/2014/main" id="{913F724C-C8A8-4D7C-A490-D6011A81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1407" y="7145774"/>
            <a:ext cx="2913306" cy="1447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03BB87B1-BD92-1B44-9A83-E52569D69F74}" type="datetime4">
              <a:rPr lang="nl-NL" smtClean="0"/>
              <a:t>14 januari 2026</a:t>
            </a:fld>
            <a:endParaRPr lang="nl-NL" dirty="0"/>
          </a:p>
        </p:txBody>
      </p:sp>
      <p:sp>
        <p:nvSpPr>
          <p:cNvPr id="29" name="Tijdelijke aanduiding voor voettekst 4">
            <a:extLst>
              <a:ext uri="{FF2B5EF4-FFF2-40B4-BE49-F238E27FC236}">
                <a16:creationId xmlns:a16="http://schemas.microsoft.com/office/drawing/2014/main" id="{8E242A96-65D5-44C2-9B90-81D00C90D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7145774"/>
            <a:ext cx="5388643" cy="1447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nl-NL"/>
              <a:t>Template-set ZUYD</a:t>
            </a:r>
            <a:endParaRPr lang="nl-NL" dirty="0"/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21B342BD-C300-D898-BF72-00B8FB0F1579}"/>
              </a:ext>
            </a:extLst>
          </p:cNvPr>
          <p:cNvGrpSpPr/>
          <p:nvPr userDrawn="1"/>
        </p:nvGrpSpPr>
        <p:grpSpPr>
          <a:xfrm>
            <a:off x="8452010" y="-576864"/>
            <a:ext cx="3739990" cy="347566"/>
            <a:chOff x="7605698" y="-441351"/>
            <a:chExt cx="3739990" cy="347566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E94E317-5A13-D9B7-B3C3-B03716E1ADE0}"/>
                </a:ext>
              </a:extLst>
            </p:cNvPr>
            <p:cNvSpPr/>
            <p:nvPr userDrawn="1"/>
          </p:nvSpPr>
          <p:spPr>
            <a:xfrm>
              <a:off x="7605698" y="-441351"/>
              <a:ext cx="347566" cy="34756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9537A8B-F8FA-1405-76CE-D415F482A7F2}"/>
                </a:ext>
              </a:extLst>
            </p:cNvPr>
            <p:cNvSpPr/>
            <p:nvPr userDrawn="1"/>
          </p:nvSpPr>
          <p:spPr>
            <a:xfrm>
              <a:off x="8029751" y="-441351"/>
              <a:ext cx="347566" cy="3475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1E713DB1-E68F-763D-58D2-4582E1E7D56B}"/>
                </a:ext>
              </a:extLst>
            </p:cNvPr>
            <p:cNvSpPr/>
            <p:nvPr userDrawn="1"/>
          </p:nvSpPr>
          <p:spPr>
            <a:xfrm>
              <a:off x="8453804" y="-441351"/>
              <a:ext cx="347566" cy="347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C44C9B2-2BAE-CE08-7138-7CBE4974D760}"/>
                </a:ext>
              </a:extLst>
            </p:cNvPr>
            <p:cNvSpPr/>
            <p:nvPr userDrawn="1"/>
          </p:nvSpPr>
          <p:spPr>
            <a:xfrm>
              <a:off x="8877857" y="-441351"/>
              <a:ext cx="347566" cy="3475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CBFC480C-5D22-BCE7-1E44-B62C25181A1C}"/>
                </a:ext>
              </a:extLst>
            </p:cNvPr>
            <p:cNvSpPr/>
            <p:nvPr userDrawn="1"/>
          </p:nvSpPr>
          <p:spPr>
            <a:xfrm>
              <a:off x="9301910" y="-441351"/>
              <a:ext cx="347566" cy="3475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B0E15686-459C-E1BD-DB8C-EAF6408607A0}"/>
                </a:ext>
              </a:extLst>
            </p:cNvPr>
            <p:cNvSpPr/>
            <p:nvPr userDrawn="1"/>
          </p:nvSpPr>
          <p:spPr>
            <a:xfrm>
              <a:off x="9725963" y="-441351"/>
              <a:ext cx="347566" cy="34756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5D8C71AD-ACF1-BA30-B07D-FA2F3FC709CF}"/>
                </a:ext>
              </a:extLst>
            </p:cNvPr>
            <p:cNvSpPr/>
            <p:nvPr userDrawn="1"/>
          </p:nvSpPr>
          <p:spPr>
            <a:xfrm>
              <a:off x="10150016" y="-441351"/>
              <a:ext cx="347566" cy="34756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8779A992-0E83-16DE-6E84-62858CC5D206}"/>
                </a:ext>
              </a:extLst>
            </p:cNvPr>
            <p:cNvSpPr/>
            <p:nvPr userDrawn="1"/>
          </p:nvSpPr>
          <p:spPr>
            <a:xfrm>
              <a:off x="10574069" y="-441351"/>
              <a:ext cx="347566" cy="34756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34" name="Rechthoek 33">
              <a:extLst>
                <a:ext uri="{FF2B5EF4-FFF2-40B4-BE49-F238E27FC236}">
                  <a16:creationId xmlns:a16="http://schemas.microsoft.com/office/drawing/2014/main" id="{C468D195-8A9F-043A-E103-CDD7491987CB}"/>
                </a:ext>
              </a:extLst>
            </p:cNvPr>
            <p:cNvSpPr/>
            <p:nvPr userDrawn="1"/>
          </p:nvSpPr>
          <p:spPr>
            <a:xfrm>
              <a:off x="10998122" y="-441351"/>
              <a:ext cx="347566" cy="34756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80383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67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Segoe UI Light" panose="020B0502040204020203" pitchFamily="34" charset="0"/>
        <a:buChar char="–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None/>
        <a:defRPr sz="28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357188" indent="-3571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+mj-lt"/>
        <a:buAutoNum type="arabicPeriod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57188" indent="-3571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+mj-lt"/>
        <a:buAutoNum type="alphaLcPeriod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None/>
        <a:defRPr sz="1800" i="1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9" orient="horz" pos="368" userDrawn="1">
          <p15:clr>
            <a:srgbClr val="A4A3A4"/>
          </p15:clr>
        </p15:guide>
        <p15:guide id="10" orient="horz" pos="618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  <p15:guide id="18" pos="724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F632B0-57DD-88D7-640F-3201A515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4" y="1567857"/>
            <a:ext cx="8137526" cy="738664"/>
          </a:xfrm>
        </p:spPr>
        <p:txBody>
          <a:bodyPr/>
          <a:lstStyle/>
          <a:p>
            <a:r>
              <a:rPr lang="nl-NL" dirty="0" err="1"/>
              <a:t>Markdown</a:t>
            </a:r>
            <a:r>
              <a:rPr lang="nl-NL" dirty="0"/>
              <a:t> in praktijk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93BF865-524B-5BAF-C5B7-0E8F8DA6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4" y="2893264"/>
            <a:ext cx="8137525" cy="332399"/>
          </a:xfrm>
        </p:spPr>
        <p:txBody>
          <a:bodyPr/>
          <a:lstStyle/>
          <a:p>
            <a:r>
              <a:rPr lang="nl-NL" dirty="0" err="1"/>
              <a:t>Lightweight</a:t>
            </a:r>
            <a:r>
              <a:rPr lang="nl-NL" dirty="0"/>
              <a:t> &amp; multifunctioneel</a:t>
            </a:r>
          </a:p>
        </p:txBody>
      </p:sp>
    </p:spTree>
    <p:extLst>
      <p:ext uri="{BB962C8B-B14F-4D97-AF65-F5344CB8AC3E}">
        <p14:creationId xmlns:p14="http://schemas.microsoft.com/office/powerpoint/2010/main" val="28669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E1E4103-90D6-698F-3FF7-CFD7BC67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84200"/>
            <a:ext cx="10799388" cy="396875"/>
          </a:xfrm>
        </p:spPr>
        <p:txBody>
          <a:bodyPr/>
          <a:lstStyle/>
          <a:p>
            <a:r>
              <a:rPr lang="nl-NL" dirty="0"/>
              <a:t>Inhoudsopgave: </a:t>
            </a:r>
            <a:br>
              <a:rPr lang="nl-NL" dirty="0"/>
            </a:br>
            <a:r>
              <a:rPr lang="nl-NL" dirty="0" err="1"/>
              <a:t>Markdown</a:t>
            </a:r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E458678-825B-35FC-2B4F-5BE097B57A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325" y="1844675"/>
            <a:ext cx="5053013" cy="4321175"/>
          </a:xfrm>
        </p:spPr>
        <p:txBody>
          <a:bodyPr/>
          <a:lstStyle/>
          <a:p>
            <a:pPr lvl="4"/>
            <a:r>
              <a:rPr lang="nl-NL" dirty="0"/>
              <a:t>Introductie				</a:t>
            </a:r>
            <a:r>
              <a:rPr lang="nl-NL" sz="1200" b="0" dirty="0">
                <a:latin typeface="+mn-lt"/>
              </a:rPr>
              <a:t>3</a:t>
            </a:r>
          </a:p>
          <a:p>
            <a:r>
              <a:rPr lang="nl-NL" dirty="0"/>
              <a:t>Wat is </a:t>
            </a:r>
            <a:r>
              <a:rPr lang="nl-NL" dirty="0" err="1"/>
              <a:t>markdown</a:t>
            </a:r>
            <a:r>
              <a:rPr lang="nl-NL" dirty="0"/>
              <a:t>?				4</a:t>
            </a:r>
          </a:p>
          <a:p>
            <a:r>
              <a:rPr lang="nl-NL" dirty="0"/>
              <a:t>Waar wordt het gebruikt?			5</a:t>
            </a:r>
          </a:p>
          <a:p>
            <a:r>
              <a:rPr lang="nl-NL" dirty="0"/>
              <a:t>Pros &amp; </a:t>
            </a:r>
            <a:r>
              <a:rPr lang="nl-NL" dirty="0" err="1"/>
              <a:t>Cons</a:t>
            </a:r>
            <a:r>
              <a:rPr lang="nl-NL" dirty="0"/>
              <a:t>				6</a:t>
            </a:r>
          </a:p>
          <a:p>
            <a:r>
              <a:rPr lang="nl-NL" dirty="0"/>
              <a:t>Basisconcepten				7 + 8</a:t>
            </a:r>
          </a:p>
          <a:p>
            <a:endParaRPr lang="nl-NL" dirty="0"/>
          </a:p>
          <a:p>
            <a:pPr lvl="4"/>
            <a:r>
              <a:rPr lang="nl-NL" dirty="0"/>
              <a:t>Editors					</a:t>
            </a:r>
            <a:r>
              <a:rPr lang="nl-NL" sz="1200" b="0" dirty="0"/>
              <a:t>9</a:t>
            </a:r>
          </a:p>
          <a:p>
            <a:r>
              <a:rPr lang="nl-NL" dirty="0"/>
              <a:t>Overzicht				10</a:t>
            </a:r>
          </a:p>
          <a:p>
            <a:endParaRPr lang="nl-NL" dirty="0"/>
          </a:p>
          <a:p>
            <a:pPr lvl="4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Code					</a:t>
            </a:r>
            <a:r>
              <a:rPr lang="nl-NL" sz="1200" b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11</a:t>
            </a:r>
          </a:p>
          <a:p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Implementatie voorbeeld			12</a:t>
            </a:r>
          </a:p>
          <a:p>
            <a:pPr marL="0" indent="0">
              <a:buNone/>
            </a:pPr>
            <a:endParaRPr lang="nl-NL" dirty="0">
              <a:solidFill>
                <a:schemeClr val="bg1">
                  <a:lumMod val="65000"/>
                </a:schemeClr>
              </a:solidFill>
            </a:endParaRPr>
          </a:p>
          <a:p>
            <a:pPr lvl="4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Afbeeldingen				</a:t>
            </a:r>
            <a:r>
              <a:rPr lang="nl-NL" sz="1200" b="0" dirty="0">
                <a:solidFill>
                  <a:schemeClr val="bg1">
                    <a:lumMod val="65000"/>
                  </a:schemeClr>
                </a:solidFill>
              </a:rPr>
              <a:t>13</a:t>
            </a:r>
          </a:p>
          <a:p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Implementatie voorbeeld 			14</a:t>
            </a:r>
          </a:p>
          <a:p>
            <a:pPr lvl="4"/>
            <a:endParaRPr lang="nl-NL" dirty="0"/>
          </a:p>
          <a:p>
            <a:pPr lvl="4"/>
            <a:r>
              <a:rPr lang="nl-NL" dirty="0"/>
              <a:t>Afsluitende slide				</a:t>
            </a:r>
            <a:r>
              <a:rPr lang="nl-NL" sz="1200" b="0" dirty="0">
                <a:latin typeface="+mn-l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6796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1C0622D-543C-3BF9-F99F-BF13DF332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4" y="3111334"/>
            <a:ext cx="8137526" cy="738664"/>
          </a:xfrm>
        </p:spPr>
        <p:txBody>
          <a:bodyPr/>
          <a:lstStyle/>
          <a:p>
            <a:r>
              <a:rPr lang="nl-NL" dirty="0"/>
              <a:t>Introductie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9F8C672A-FEDF-F290-83BA-65D64F78A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53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09CD62-7957-E03B-B8FF-40BC8A7E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</a:t>
            </a:r>
            <a:r>
              <a:rPr lang="nl-NL" dirty="0" err="1"/>
              <a:t>markdown</a:t>
            </a:r>
            <a:r>
              <a:rPr lang="nl-NL" dirty="0"/>
              <a:t>?</a:t>
            </a:r>
          </a:p>
        </p:txBody>
      </p:sp>
      <p:sp>
        <p:nvSpPr>
          <p:cNvPr id="10" name="Tijdelijke aanduiding voor tekst 1">
            <a:extLst>
              <a:ext uri="{FF2B5EF4-FFF2-40B4-BE49-F238E27FC236}">
                <a16:creationId xmlns:a16="http://schemas.microsoft.com/office/drawing/2014/main" id="{EC5AF943-633E-11BC-3AAA-C06218A95E72}"/>
              </a:ext>
            </a:extLst>
          </p:cNvPr>
          <p:cNvSpPr txBox="1">
            <a:spLocks/>
          </p:cNvSpPr>
          <p:nvPr/>
        </p:nvSpPr>
        <p:spPr>
          <a:xfrm>
            <a:off x="695324" y="1844675"/>
            <a:ext cx="10406685" cy="4321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Segoe UI Light" panose="020B0502040204020203" pitchFamily="34" charset="0"/>
              <a:buChar char="–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2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357188" indent="-3571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7188" indent="-3571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lphaLcPeriod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NL" altLang="nl-NL" dirty="0"/>
              <a:t>Een </a:t>
            </a:r>
            <a:r>
              <a:rPr lang="nl-NL" altLang="nl-NL" b="1" dirty="0"/>
              <a:t>lichte opmaaktaal</a:t>
            </a:r>
            <a:r>
              <a:rPr lang="nl-NL" altLang="nl-NL" dirty="0"/>
              <a:t> (</a:t>
            </a:r>
            <a:r>
              <a:rPr lang="nl-NL" altLang="nl-NL" dirty="0" err="1"/>
              <a:t>plain</a:t>
            </a:r>
            <a:r>
              <a:rPr lang="nl-NL" altLang="nl-NL" dirty="0"/>
              <a:t> </a:t>
            </a:r>
            <a:r>
              <a:rPr lang="nl-NL" altLang="nl-NL" dirty="0" err="1"/>
              <a:t>text</a:t>
            </a:r>
            <a:r>
              <a:rPr lang="nl-NL" altLang="nl-NL" dirty="0"/>
              <a:t> → gestructureerde tekst)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NL" altLang="nl-NL" dirty="0"/>
              <a:t>Leesbaar zonder speciale software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NL" altLang="nl-NL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NL" altLang="nl-NL" b="1" dirty="0">
                <a:solidFill>
                  <a:schemeClr val="accent4">
                    <a:lumMod val="75000"/>
                  </a:schemeClr>
                </a:solidFill>
              </a:rPr>
              <a:t>Let op: </a:t>
            </a:r>
            <a:r>
              <a:rPr lang="nl-NL" dirty="0" err="1"/>
              <a:t>Markdown</a:t>
            </a:r>
            <a:r>
              <a:rPr lang="nl-NL" dirty="0"/>
              <a:t> is </a:t>
            </a:r>
            <a:r>
              <a:rPr lang="nl-NL" b="1" dirty="0">
                <a:solidFill>
                  <a:schemeClr val="accent4">
                    <a:lumMod val="75000"/>
                  </a:schemeClr>
                </a:solidFill>
              </a:rPr>
              <a:t>geen tool</a:t>
            </a:r>
            <a:r>
              <a:rPr lang="nl-NL" dirty="0"/>
              <a:t>, maar een </a:t>
            </a:r>
            <a:r>
              <a:rPr lang="nl-NL" b="1" dirty="0">
                <a:solidFill>
                  <a:schemeClr val="accent4">
                    <a:lumMod val="75000"/>
                  </a:schemeClr>
                </a:solidFill>
              </a:rPr>
              <a:t>standaard</a:t>
            </a:r>
            <a:r>
              <a:rPr lang="nl-NL" dirty="0"/>
              <a:t>.</a:t>
            </a:r>
            <a:endParaRPr lang="nl-NL" altLang="nl-NL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NL" altLang="nl-NL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NL" altLang="nl-NL" b="1" dirty="0"/>
              <a:t>Waarom </a:t>
            </a:r>
            <a:r>
              <a:rPr lang="nl-NL" altLang="nl-NL" b="1" dirty="0" err="1"/>
              <a:t>Markdown</a:t>
            </a:r>
            <a:r>
              <a:rPr lang="nl-NL" altLang="nl-NL" b="1" dirty="0"/>
              <a:t> is ontwikkeld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nl-NL" altLang="nl-NL" dirty="0"/>
              <a:t>Focus op </a:t>
            </a:r>
            <a:r>
              <a:rPr lang="nl-NL" altLang="nl-NL" b="1" dirty="0"/>
              <a:t>inhoud boven opmaak</a:t>
            </a:r>
            <a:endParaRPr lang="nl-NL" altLang="nl-NL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nl-NL" altLang="nl-NL" dirty="0"/>
              <a:t>Platform- en tool-onafhankelijk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020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1FB06-AA33-C446-6F53-65FB91BD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1B46708-1FDD-5881-CCFC-D469B20FA3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325" y="1844675"/>
            <a:ext cx="8249892" cy="4321175"/>
          </a:xfrm>
        </p:spPr>
        <p:txBody>
          <a:bodyPr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nl-NL" altLang="nl-NL" dirty="0"/>
              <a:t>Documentatie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nl-NL" altLang="nl-NL" dirty="0"/>
              <a:t>Onderwijs (handleidingen, opdrachten)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nl-NL" altLang="nl-NL" dirty="0"/>
              <a:t>GitHub / </a:t>
            </a:r>
            <a:r>
              <a:rPr lang="nl-NL" altLang="nl-NL" dirty="0" err="1"/>
              <a:t>GitLab</a:t>
            </a:r>
            <a:endParaRPr lang="nl-NL" altLang="nl-NL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nl-NL" altLang="nl-NL" dirty="0" err="1"/>
              <a:t>ChatGPT</a:t>
            </a:r>
            <a:r>
              <a:rPr lang="nl-NL" altLang="nl-NL" dirty="0"/>
              <a:t> / AI-tools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nl-NL" altLang="nl-NL" dirty="0" err="1"/>
              <a:t>Static</a:t>
            </a:r>
            <a:r>
              <a:rPr lang="nl-NL" altLang="nl-NL" dirty="0"/>
              <a:t> site generators</a:t>
            </a:r>
          </a:p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C87B9E6-7CCD-0849-876A-6FE47C49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nl-NL" altLang="nl-NL" dirty="0"/>
              <a:t>Waar </a:t>
            </a:r>
            <a:r>
              <a:rPr lang="nl-NL" altLang="nl-NL" dirty="0" err="1"/>
              <a:t>Markdown</a:t>
            </a:r>
            <a:r>
              <a:rPr lang="nl-NL" altLang="nl-NL" dirty="0"/>
              <a:t> vaak wordt gebruikt</a:t>
            </a:r>
          </a:p>
        </p:txBody>
      </p:sp>
    </p:spTree>
    <p:extLst>
      <p:ext uri="{BB962C8B-B14F-4D97-AF65-F5344CB8AC3E}">
        <p14:creationId xmlns:p14="http://schemas.microsoft.com/office/powerpoint/2010/main" val="338115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B6F79308-C3E9-17D4-04CA-40B1F1A4D3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325" y="4107821"/>
            <a:ext cx="5053013" cy="2058029"/>
          </a:xfrm>
        </p:spPr>
        <p:txBody>
          <a:bodyPr/>
          <a:lstStyle/>
          <a:p>
            <a:pPr>
              <a:buNone/>
            </a:pPr>
            <a:r>
              <a:rPr lang="nl-NL" b="1" dirty="0"/>
              <a:t>Wel geschikt</a:t>
            </a:r>
          </a:p>
          <a:p>
            <a:pPr marL="285750" indent="-285750"/>
            <a:r>
              <a:rPr lang="nl-NL" sz="2000" dirty="0" err="1"/>
              <a:t>Tekstgedreven</a:t>
            </a:r>
            <a:r>
              <a:rPr lang="nl-NL" sz="2000" dirty="0"/>
              <a:t> documenten</a:t>
            </a:r>
          </a:p>
          <a:p>
            <a:pPr marL="285750" indent="-285750"/>
            <a:r>
              <a:rPr lang="nl-NL" sz="2000" dirty="0"/>
              <a:t>Technische of onderwijsdocumentatie</a:t>
            </a:r>
          </a:p>
          <a:p>
            <a:pPr marL="285750" indent="-285750"/>
            <a:r>
              <a:rPr lang="nl-NL" sz="2000" dirty="0"/>
              <a:t>Samenwerking en versiebeheer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DD001D7-5F8C-D46E-188B-CC9D62D8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Pros &amp; </a:t>
            </a:r>
            <a:r>
              <a:rPr lang="nl-NL" dirty="0" err="1"/>
              <a:t>Cons</a:t>
            </a:r>
            <a:endParaRPr lang="nl-NL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FDDEE1A7-EE27-46CC-4B03-AE1956D280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44343" y="4107821"/>
            <a:ext cx="5053013" cy="2058029"/>
          </a:xfrm>
        </p:spPr>
        <p:txBody>
          <a:bodyPr/>
          <a:lstStyle/>
          <a:p>
            <a:pPr>
              <a:buNone/>
            </a:pPr>
            <a:r>
              <a:rPr lang="nl-NL" b="1" dirty="0"/>
              <a:t>Minder geschikt</a:t>
            </a:r>
          </a:p>
          <a:p>
            <a:pPr marL="285750" indent="-285750"/>
            <a:r>
              <a:rPr lang="nl-NL" sz="2000" dirty="0"/>
              <a:t>Zwaar visuele documenten</a:t>
            </a:r>
          </a:p>
          <a:p>
            <a:pPr marL="285750" indent="-285750"/>
            <a:r>
              <a:rPr lang="nl-NL" sz="2000" dirty="0"/>
              <a:t>Complexe lay-outs</a:t>
            </a:r>
          </a:p>
          <a:p>
            <a:pPr marL="285750" indent="-285750"/>
            <a:r>
              <a:rPr lang="nl-NL" sz="2000" dirty="0"/>
              <a:t>Formulieren met vaste opmaak</a:t>
            </a:r>
          </a:p>
          <a:p>
            <a:pPr marL="0" indent="0">
              <a:buNone/>
            </a:pP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42EC9608-CC75-A12A-E8D0-B27BEC667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690494"/>
              </p:ext>
            </p:extLst>
          </p:nvPr>
        </p:nvGraphicFramePr>
        <p:xfrm>
          <a:off x="693363" y="1596017"/>
          <a:ext cx="10801350" cy="219456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462507916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1609363756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81827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NL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Word / Docs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Markdown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183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 dirty="0"/>
                        <a:t>Opmaak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Knoppen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Tekstsymbolen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12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/>
                        <a:t>Bestandstype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Proprietair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Plain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4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/>
                        <a:t>Versiebeheer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Moeilijk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Zeer geschikt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887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Vorm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Structuur &amp; inhoud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19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/>
                        <a:t>Samenwerken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/>
                        <a:t>Tool-afhankelijk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Tool-onafhankelijk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473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75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Tijdelijke aanduiding voor afbeelding 16">
            <a:extLst>
              <a:ext uri="{FF2B5EF4-FFF2-40B4-BE49-F238E27FC236}">
                <a16:creationId xmlns:a16="http://schemas.microsoft.com/office/drawing/2014/main" id="{6FD511E8-2FA0-FEE0-8208-52FA6227D1F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rcRect l="-78" t="-861" r="-78" b="-861"/>
          <a:stretch/>
        </p:blipFill>
        <p:spPr>
          <a:xfrm>
            <a:off x="8357813" y="1844675"/>
            <a:ext cx="3136900" cy="4321176"/>
          </a:xfr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9DAF23D-97B0-D967-C7D9-61997576AD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000" b="1" dirty="0">
                <a:latin typeface="+mj-lt"/>
              </a:rPr>
              <a:t>Structuur</a:t>
            </a:r>
          </a:p>
          <a:p>
            <a:r>
              <a:rPr lang="nl-NL" sz="2000" dirty="0">
                <a:latin typeface="+mj-lt"/>
              </a:rPr>
              <a:t>Koppen (#, ##, ###)</a:t>
            </a:r>
          </a:p>
          <a:p>
            <a:r>
              <a:rPr lang="nl-NL" sz="2000" dirty="0">
                <a:latin typeface="+mj-lt"/>
              </a:rPr>
              <a:t>Alinea’s en witregels</a:t>
            </a:r>
          </a:p>
          <a:p>
            <a:pPr marL="0" indent="0">
              <a:buNone/>
            </a:pPr>
            <a:r>
              <a:rPr lang="nl-NL" sz="2000" b="1" dirty="0">
                <a:latin typeface="+mj-lt"/>
              </a:rPr>
              <a:t>Tekstopmaak</a:t>
            </a:r>
          </a:p>
          <a:p>
            <a:r>
              <a:rPr lang="nl-NL" sz="2000" dirty="0">
                <a:latin typeface="+mj-lt"/>
              </a:rPr>
              <a:t>Vet (**tekst**)</a:t>
            </a:r>
          </a:p>
          <a:p>
            <a:r>
              <a:rPr lang="nl-NL" sz="2000" dirty="0">
                <a:latin typeface="+mj-lt"/>
              </a:rPr>
              <a:t>Cursief (*tekst*)</a:t>
            </a:r>
          </a:p>
          <a:p>
            <a:r>
              <a:rPr lang="nl-NL" sz="2000" dirty="0">
                <a:latin typeface="+mj-lt"/>
              </a:rPr>
              <a:t>Code </a:t>
            </a:r>
            <a:r>
              <a:rPr lang="nl-NL" sz="2000" dirty="0" err="1">
                <a:latin typeface="+mj-lt"/>
              </a:rPr>
              <a:t>inline</a:t>
            </a:r>
            <a:r>
              <a:rPr lang="nl-NL" sz="2000" dirty="0">
                <a:latin typeface="+mj-lt"/>
              </a:rPr>
              <a:t> (`code`)</a:t>
            </a:r>
          </a:p>
          <a:p>
            <a:pPr marL="0" indent="0">
              <a:buNone/>
            </a:pPr>
            <a:r>
              <a:rPr lang="nl-NL" sz="2000" b="1" dirty="0">
                <a:latin typeface="+mj-lt"/>
              </a:rPr>
              <a:t>Lijsten</a:t>
            </a:r>
          </a:p>
          <a:p>
            <a:r>
              <a:rPr lang="nl-NL" sz="2000" dirty="0">
                <a:latin typeface="+mj-lt"/>
              </a:rPr>
              <a:t>Ongenummerd (-)</a:t>
            </a:r>
          </a:p>
          <a:p>
            <a:r>
              <a:rPr lang="nl-NL" sz="2000" dirty="0">
                <a:latin typeface="+mj-lt"/>
              </a:rPr>
              <a:t>Genummerd (1.)</a:t>
            </a:r>
          </a:p>
        </p:txBody>
      </p:sp>
      <p:pic>
        <p:nvPicPr>
          <p:cNvPr id="15" name="Tijdelijke aanduiding voor afbeelding 14">
            <a:extLst>
              <a:ext uri="{FF2B5EF4-FFF2-40B4-BE49-F238E27FC236}">
                <a16:creationId xmlns:a16="http://schemas.microsoft.com/office/drawing/2014/main" id="{8DE5C80A-9AB6-3BF4-CECF-66BFF6CAB9C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05" t="-2174" r="1605" b="-2174"/>
          <a:stretch/>
        </p:blipFill>
        <p:spPr>
          <a:xfrm>
            <a:off x="4527560" y="1844674"/>
            <a:ext cx="3136020" cy="4320000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8398A400-1BC5-795B-5E26-D32D3243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Basisconcepten van </a:t>
            </a:r>
            <a:r>
              <a:rPr lang="nl-NL" dirty="0" err="1"/>
              <a:t>Markdown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059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5F08-DCB8-A5EA-E869-D9AB03D8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Tijdelijke aanduiding voor afbeelding 16">
            <a:extLst>
              <a:ext uri="{FF2B5EF4-FFF2-40B4-BE49-F238E27FC236}">
                <a16:creationId xmlns:a16="http://schemas.microsoft.com/office/drawing/2014/main" id="{EE52D583-4DC1-C4E8-7468-9B984AA6E6A9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l="-7602" t="250" r="-7602" b="250"/>
          <a:stretch/>
        </p:blipFill>
        <p:spPr>
          <a:xfrm>
            <a:off x="4527550" y="4195763"/>
            <a:ext cx="6967538" cy="1970087"/>
          </a:xfr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713A465-4DE7-C234-BD37-E993B7AFFA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000" b="1" dirty="0"/>
              <a:t>Links &amp; afbeeldingen</a:t>
            </a:r>
          </a:p>
          <a:p>
            <a:r>
              <a:rPr lang="nl-NL" sz="2000" dirty="0"/>
              <a:t>Links: [tekst](</a:t>
            </a:r>
            <a:r>
              <a:rPr lang="nl-NL" sz="2000" dirty="0" err="1"/>
              <a:t>url</a:t>
            </a:r>
            <a:r>
              <a:rPr lang="nl-NL" sz="2000" dirty="0"/>
              <a:t>)</a:t>
            </a:r>
          </a:p>
          <a:p>
            <a:r>
              <a:rPr lang="nl-NL" sz="2000" dirty="0"/>
              <a:t>Afbeeldingen: ![alt](</a:t>
            </a:r>
            <a:r>
              <a:rPr lang="nl-NL" sz="2000" dirty="0" err="1"/>
              <a:t>url</a:t>
            </a:r>
            <a:r>
              <a:rPr lang="nl-NL" sz="2000" dirty="0"/>
              <a:t>)</a:t>
            </a:r>
          </a:p>
          <a:p>
            <a:pPr marL="0" indent="0">
              <a:buNone/>
            </a:pPr>
            <a:r>
              <a:rPr lang="nl-NL" sz="2000" b="1" dirty="0"/>
              <a:t>Codeblokken</a:t>
            </a:r>
          </a:p>
          <a:p>
            <a:r>
              <a:rPr lang="nl-NL" sz="2000" dirty="0"/>
              <a:t>Triple </a:t>
            </a:r>
            <a:r>
              <a:rPr lang="nl-NL" sz="2000" dirty="0" err="1"/>
              <a:t>backticks</a:t>
            </a:r>
            <a:endParaRPr lang="nl-NL" sz="2000" dirty="0"/>
          </a:p>
          <a:p>
            <a:r>
              <a:rPr lang="nl-NL" sz="2000" dirty="0"/>
              <a:t>Taal optioneel (afhankelijk van tool)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B9C2770-A633-B69E-FE83-99E7905B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Basisconcepten van </a:t>
            </a:r>
            <a:r>
              <a:rPr lang="nl-NL" dirty="0" err="1"/>
              <a:t>Markdown</a:t>
            </a:r>
            <a:endParaRPr lang="nl-NL" dirty="0"/>
          </a:p>
        </p:txBody>
      </p:sp>
      <p:pic>
        <p:nvPicPr>
          <p:cNvPr id="15" name="Tijdelijke aanduiding voor afbeelding 14">
            <a:extLst>
              <a:ext uri="{FF2B5EF4-FFF2-40B4-BE49-F238E27FC236}">
                <a16:creationId xmlns:a16="http://schemas.microsoft.com/office/drawing/2014/main" id="{91AFCDD8-7214-D44B-5617-26FF6AD0B3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-8650" t="2836" r="-8650" b="2836"/>
          <a:stretch/>
        </p:blipFill>
        <p:spPr>
          <a:xfrm>
            <a:off x="4527175" y="1585912"/>
            <a:ext cx="6967538" cy="2173288"/>
          </a:xfrm>
        </p:spPr>
      </p:pic>
    </p:spTree>
    <p:extLst>
      <p:ext uri="{BB962C8B-B14F-4D97-AF65-F5344CB8AC3E}">
        <p14:creationId xmlns:p14="http://schemas.microsoft.com/office/powerpoint/2010/main" val="1364494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F269B-5FF0-0247-FC50-58FC6199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453CE4E-6470-1B7B-18DD-2F74A418B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4" y="3111334"/>
            <a:ext cx="8137526" cy="738664"/>
          </a:xfrm>
        </p:spPr>
        <p:txBody>
          <a:bodyPr/>
          <a:lstStyle/>
          <a:p>
            <a:r>
              <a:rPr lang="nl-NL" dirty="0"/>
              <a:t>Editors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D8493924-9D0F-52AF-3B29-78BEE0B297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863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49A625F-BED9-C705-04E5-C2E801A8D7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325" y="1844675"/>
            <a:ext cx="6699388" cy="4321175"/>
          </a:xfrm>
        </p:spPr>
        <p:txBody>
          <a:bodyPr/>
          <a:lstStyle/>
          <a:p>
            <a:pPr marL="0" indent="0">
              <a:buNone/>
            </a:pPr>
            <a:r>
              <a:rPr lang="nl-NL" b="1" dirty="0"/>
              <a:t>Editors</a:t>
            </a:r>
          </a:p>
          <a:p>
            <a:r>
              <a:rPr lang="nl-NL" sz="2000" dirty="0"/>
              <a:t>Visual Studio Code (gratis)</a:t>
            </a:r>
          </a:p>
          <a:p>
            <a:r>
              <a:rPr lang="nl-NL" sz="2000" dirty="0" err="1"/>
              <a:t>Obsidian</a:t>
            </a:r>
            <a:r>
              <a:rPr lang="nl-NL" sz="2000" dirty="0"/>
              <a:t> (gratis)</a:t>
            </a:r>
          </a:p>
          <a:p>
            <a:r>
              <a:rPr lang="nl-NL" sz="2000" dirty="0"/>
              <a:t>Typora (eenmalig $ 14.99 without </a:t>
            </a:r>
            <a:r>
              <a:rPr lang="nl-NL" sz="2000" dirty="0" err="1"/>
              <a:t>tax</a:t>
            </a:r>
            <a:r>
              <a:rPr lang="nl-NL" sz="2000" dirty="0"/>
              <a:t>.)</a:t>
            </a:r>
          </a:p>
          <a:p>
            <a:pPr marL="0" indent="0">
              <a:buNone/>
            </a:pPr>
            <a:r>
              <a:rPr lang="nl-NL" b="1" dirty="0"/>
              <a:t>Online</a:t>
            </a:r>
          </a:p>
          <a:p>
            <a:r>
              <a:rPr lang="nl-NL" sz="2000" dirty="0"/>
              <a:t>GitHub</a:t>
            </a:r>
          </a:p>
          <a:p>
            <a:r>
              <a:rPr lang="nl-NL" sz="2000" dirty="0" err="1"/>
              <a:t>Notion</a:t>
            </a:r>
            <a:endParaRPr lang="nl-NL" sz="2000" dirty="0"/>
          </a:p>
          <a:p>
            <a:pPr marL="0" indent="0">
              <a:buNone/>
            </a:pPr>
            <a:r>
              <a:rPr lang="nl-NL" b="1" dirty="0"/>
              <a:t>Conversie</a:t>
            </a:r>
          </a:p>
          <a:p>
            <a:pPr marL="0" indent="0">
              <a:buNone/>
            </a:pPr>
            <a:r>
              <a:rPr lang="nl-NL" sz="2000" dirty="0" err="1"/>
              <a:t>Markdown</a:t>
            </a:r>
            <a:r>
              <a:rPr lang="nl-NL" sz="2000" dirty="0"/>
              <a:t> → PDF / HTML / Word (</a:t>
            </a:r>
            <a:r>
              <a:rPr lang="nl-NL" sz="2000" dirty="0" err="1"/>
              <a:t>Pandoc</a:t>
            </a:r>
            <a:r>
              <a:rPr lang="nl-NL" sz="2000" dirty="0"/>
              <a:t>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507D465-4A89-7F1F-BC67-6A1340FA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Overzicht</a:t>
            </a:r>
          </a:p>
        </p:txBody>
      </p:sp>
    </p:spTree>
    <p:extLst>
      <p:ext uri="{BB962C8B-B14F-4D97-AF65-F5344CB8AC3E}">
        <p14:creationId xmlns:p14="http://schemas.microsoft.com/office/powerpoint/2010/main" val="68415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BA17B7-4294-FCB7-C6C7-5E3C3FBC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6336C65-45C5-6503-38D9-E97B3E47F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4" y="2372670"/>
            <a:ext cx="8137526" cy="1477328"/>
          </a:xfrm>
        </p:spPr>
        <p:txBody>
          <a:bodyPr/>
          <a:lstStyle/>
          <a:p>
            <a:r>
              <a:rPr lang="nl-NL" dirty="0"/>
              <a:t>Code </a:t>
            </a:r>
            <a:r>
              <a:rPr lang="nl-NL" dirty="0" err="1"/>
              <a:t>inline</a:t>
            </a:r>
            <a:r>
              <a:rPr lang="nl-NL" dirty="0"/>
              <a:t> &amp; </a:t>
            </a:r>
            <a:br>
              <a:rPr lang="nl-NL" dirty="0"/>
            </a:br>
            <a:r>
              <a:rPr lang="nl-NL" dirty="0"/>
              <a:t>Code blokken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D51C2B1F-3A05-42AA-8B2B-DFC9DC117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961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289349E4-D954-2C87-C308-3849412E9B5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8B1AB5B-C148-6315-FF45-5DC703AC80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07035EAC-AC92-8775-6CD0-EEF2D8ED2F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C046792-BDFC-8805-F63A-DE4C684F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Implementatie voorbeeld</a:t>
            </a:r>
          </a:p>
        </p:txBody>
      </p:sp>
    </p:spTree>
    <p:extLst>
      <p:ext uri="{BB962C8B-B14F-4D97-AF65-F5344CB8AC3E}">
        <p14:creationId xmlns:p14="http://schemas.microsoft.com/office/powerpoint/2010/main" val="2890160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7902EB-F881-2E1A-68F4-FD31C7CA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3AB282C-DD8F-7288-82AE-EA212483A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4" y="3111334"/>
            <a:ext cx="8137526" cy="738664"/>
          </a:xfrm>
        </p:spPr>
        <p:txBody>
          <a:bodyPr/>
          <a:lstStyle/>
          <a:p>
            <a:r>
              <a:rPr lang="nl-NL" dirty="0"/>
              <a:t>Links &amp; Afbeeldingen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70C0F1C9-B364-4B77-6557-5D9AA2F4A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027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30756459-99FB-09E7-A373-D8EBE4C6563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2C86237E-0FE2-2DE8-7E22-46E54ED0AF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2E5438EF-34B1-B6F0-F097-4937415F97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B303AE2-AC9E-3A7F-D937-DA2133CA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Implementatie voorbeeld</a:t>
            </a:r>
          </a:p>
        </p:txBody>
      </p:sp>
    </p:spTree>
    <p:extLst>
      <p:ext uri="{BB962C8B-B14F-4D97-AF65-F5344CB8AC3E}">
        <p14:creationId xmlns:p14="http://schemas.microsoft.com/office/powerpoint/2010/main" val="3718247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9A7A118-F382-CC47-25BD-D652BA153B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Vragen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C0E9C02-E801-844B-DAE5-71385AEC6D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/>
              <a:t>Mail naar: Roy Mengelers</a:t>
            </a:r>
            <a:br>
              <a:rPr lang="nl-NL" dirty="0"/>
            </a:br>
            <a:r>
              <a:rPr lang="nl-NL" dirty="0"/>
              <a:t>roy.mengelers@zuyd.nl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EF0952E-1350-E533-E7A4-DA85B6E1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 voor jullie aandacht!</a:t>
            </a:r>
          </a:p>
        </p:txBody>
      </p:sp>
    </p:spTree>
    <p:extLst>
      <p:ext uri="{BB962C8B-B14F-4D97-AF65-F5344CB8AC3E}">
        <p14:creationId xmlns:p14="http://schemas.microsoft.com/office/powerpoint/2010/main" val="267028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2ac7bf7cccb110d8434db73863f5dbe9713c0"/>
</p:tagLst>
</file>

<file path=ppt/theme/theme1.xml><?xml version="1.0" encoding="utf-8"?>
<a:theme xmlns:a="http://schemas.openxmlformats.org/drawingml/2006/main" name="ZUYD | Niveau 1">
  <a:themeElements>
    <a:clrScheme name="ZUYD">
      <a:dk1>
        <a:srgbClr val="000000"/>
      </a:dk1>
      <a:lt1>
        <a:srgbClr val="FFFFFF"/>
      </a:lt1>
      <a:dk2>
        <a:srgbClr val="ED1B34"/>
      </a:dk2>
      <a:lt2>
        <a:srgbClr val="ED1B34"/>
      </a:lt2>
      <a:accent1>
        <a:srgbClr val="FFE600"/>
      </a:accent1>
      <a:accent2>
        <a:srgbClr val="2C2382"/>
      </a:accent2>
      <a:accent3>
        <a:srgbClr val="007BC7"/>
      </a:accent3>
      <a:accent4>
        <a:srgbClr val="82C8B3"/>
      </a:accent4>
      <a:accent5>
        <a:srgbClr val="FFB9D7"/>
      </a:accent5>
      <a:accent6>
        <a:srgbClr val="F07800"/>
      </a:accent6>
      <a:hlink>
        <a:srgbClr val="000000"/>
      </a:hlink>
      <a:folHlink>
        <a:srgbClr val="ED1B34"/>
      </a:folHlink>
    </a:clrScheme>
    <a:fontScheme name="ZUYD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Zuyd template niveau 1.pptx" id="{F045264D-60BC-426D-826B-A8AB92164F78}" vid="{14493709-EC4F-44F0-85C6-9B5348150EF2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bde6d17-efc8-441b-a53b-f68419b8f07d" xsi:nil="true"/>
    <lcf76f155ced4ddcb4097134ff3c332f xmlns="f5186538-694d-41c9-9ab1-89647caba45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145D59C817494F889FE7B0432457ED" ma:contentTypeVersion="12" ma:contentTypeDescription="Een nieuw document maken." ma:contentTypeScope="" ma:versionID="06fe7aa01b9eed24c2e30ca4d6248d5a">
  <xsd:schema xmlns:xsd="http://www.w3.org/2001/XMLSchema" xmlns:xs="http://www.w3.org/2001/XMLSchema" xmlns:p="http://schemas.microsoft.com/office/2006/metadata/properties" xmlns:ns2="f5186538-694d-41c9-9ab1-89647caba45d" xmlns:ns3="4bde6d17-efc8-441b-a53b-f68419b8f07d" targetNamespace="http://schemas.microsoft.com/office/2006/metadata/properties" ma:root="true" ma:fieldsID="2ba2839f7a9f1576db6ef309f9599f82" ns2:_="" ns3:_="">
    <xsd:import namespace="f5186538-694d-41c9-9ab1-89647caba45d"/>
    <xsd:import namespace="4bde6d17-efc8-441b-a53b-f68419b8f0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186538-694d-41c9-9ab1-89647caba4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e6d17-efc8-441b-a53b-f68419b8f07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4cb1eb1e-da32-4b01-b872-dae311401c32}" ma:internalName="TaxCatchAll" ma:showField="CatchAllData" ma:web="4bde6d17-efc8-441b-a53b-f68419b8f0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6D53BC-FB85-4251-A046-1EBE5572DD24}">
  <ds:schemaRefs>
    <ds:schemaRef ds:uri="f5186538-694d-41c9-9ab1-89647caba45d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4bde6d17-efc8-441b-a53b-f68419b8f07d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C8207A6-82F5-4CD9-8BC5-400CCC1C4A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186538-694d-41c9-9ab1-89647caba45d"/>
    <ds:schemaRef ds:uri="4bde6d17-efc8-441b-a53b-f68419b8f0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3A5C1F-C183-4BE5-8E8A-7D7223D9DD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Zuyd template niveau 1</Template>
  <TotalTime>73</TotalTime>
  <Words>398</Words>
  <Application>Microsoft Office PowerPoint</Application>
  <PresentationFormat>Breedbeeld</PresentationFormat>
  <Paragraphs>109</Paragraphs>
  <Slides>15</Slides>
  <Notes>3</Notes>
  <HiddenSlides>4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Arial</vt:lpstr>
      <vt:lpstr>Avenir Next LT Pro</vt:lpstr>
      <vt:lpstr>Segoe UI Light</vt:lpstr>
      <vt:lpstr>Calibri</vt:lpstr>
      <vt:lpstr>ZUYD | Niveau 1</vt:lpstr>
      <vt:lpstr>Markdown in praktijk</vt:lpstr>
      <vt:lpstr>Inhoudsopgave:  Markdown</vt:lpstr>
      <vt:lpstr>Introductie</vt:lpstr>
      <vt:lpstr>Wat is markdown?</vt:lpstr>
      <vt:lpstr>Waar Markdown vaak wordt gebruikt</vt:lpstr>
      <vt:lpstr>Pros &amp; Cons</vt:lpstr>
      <vt:lpstr>Basisconcepten van Markdown</vt:lpstr>
      <vt:lpstr>Basisconcepten van Markdown</vt:lpstr>
      <vt:lpstr>Editors</vt:lpstr>
      <vt:lpstr>Overzicht</vt:lpstr>
      <vt:lpstr>Code inline &amp;  Code blokken</vt:lpstr>
      <vt:lpstr>Implementatie voorbeeld</vt:lpstr>
      <vt:lpstr>Links &amp; Afbeeldingen</vt:lpstr>
      <vt:lpstr>Implementatie voorbeeld</vt:lpstr>
      <vt:lpstr>Bedankt voor jullie aandacht!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Mengelers</dc:creator>
  <cp:keywords/>
  <cp:lastModifiedBy>Roy Mengelers</cp:lastModifiedBy>
  <cp:revision>23</cp:revision>
  <dcterms:created xsi:type="dcterms:W3CDTF">2026-01-14T16:29:38Z</dcterms:created>
  <dcterms:modified xsi:type="dcterms:W3CDTF">2026-01-14T17:43:20Z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0x01010091145D59C817494F889FE7B0432457ED</vt:lpwstr>
  </property>
  <property fmtid="{D5CDD505-2E9C-101B-9397-08002B2CF9AE}" pid="3" name="MediaServiceImageTags">
    <vt:lpwstr/>
  </property>
</Properties>
</file>